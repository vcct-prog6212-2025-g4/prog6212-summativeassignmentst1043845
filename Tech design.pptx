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0"/>
  </p:notesMasterIdLst>
  <p:handoutMasterIdLst>
    <p:handoutMasterId r:id="rId21"/>
  </p:handoutMasterIdLst>
  <p:sldIdLst>
    <p:sldId id="256" r:id="rId5"/>
    <p:sldId id="262" r:id="rId6"/>
    <p:sldId id="263" r:id="rId7"/>
    <p:sldId id="264" r:id="rId8"/>
    <p:sldId id="258"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82ACAA-EE4A-48E3-BA3C-EAFE1B9D1295}" v="94" dt="2025-11-22T04:02:47.6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fentse Moagi" userId="6e3fb0f2a3157aca" providerId="LiveId" clId="{BEBAEF57-B21B-47CA-85BE-4C5067A45600}"/>
    <pc:docChg chg="undo custSel addSld delSld modSld">
      <pc:chgData name="Lofentse Moagi" userId="6e3fb0f2a3157aca" providerId="LiveId" clId="{BEBAEF57-B21B-47CA-85BE-4C5067A45600}" dt="2025-11-22T04:02:47.553" v="2285" actId="20577"/>
      <pc:docMkLst>
        <pc:docMk/>
      </pc:docMkLst>
      <pc:sldChg chg="delSp modSp mod delDesignElem">
        <pc:chgData name="Lofentse Moagi" userId="6e3fb0f2a3157aca" providerId="LiveId" clId="{BEBAEF57-B21B-47CA-85BE-4C5067A45600}" dt="2025-11-22T02:13:52.017" v="61"/>
        <pc:sldMkLst>
          <pc:docMk/>
          <pc:sldMk cId="1487700712" sldId="256"/>
        </pc:sldMkLst>
        <pc:spChg chg="mod">
          <ac:chgData name="Lofentse Moagi" userId="6e3fb0f2a3157aca" providerId="LiveId" clId="{BEBAEF57-B21B-47CA-85BE-4C5067A45600}" dt="2025-11-22T02:04:18.809" v="26" actId="20577"/>
          <ac:spMkLst>
            <pc:docMk/>
            <pc:sldMk cId="1487700712" sldId="256"/>
            <ac:spMk id="2" creationId="{C02C5318-1A1E-49D0-B2E2-A4B0FA9E8A40}"/>
          </ac:spMkLst>
        </pc:spChg>
        <pc:spChg chg="mod">
          <ac:chgData name="Lofentse Moagi" userId="6e3fb0f2a3157aca" providerId="LiveId" clId="{BEBAEF57-B21B-47CA-85BE-4C5067A45600}" dt="2025-11-22T02:04:31.656" v="45" actId="20577"/>
          <ac:spMkLst>
            <pc:docMk/>
            <pc:sldMk cId="1487700712" sldId="256"/>
            <ac:spMk id="3" creationId="{48B6CF59-4E5B-494D-A2F7-97ADD01E6497}"/>
          </ac:spMkLst>
        </pc:spChg>
        <pc:spChg chg="del">
          <ac:chgData name="Lofentse Moagi" userId="6e3fb0f2a3157aca" providerId="LiveId" clId="{BEBAEF57-B21B-47CA-85BE-4C5067A45600}" dt="2025-11-22T02:13:52.017" v="61"/>
          <ac:spMkLst>
            <pc:docMk/>
            <pc:sldMk cId="1487700712" sldId="256"/>
            <ac:spMk id="15" creationId="{493D4EDA-58E0-40CC-B3CA-14CDEB349D24}"/>
          </ac:spMkLst>
        </pc:spChg>
        <pc:spChg chg="del">
          <ac:chgData name="Lofentse Moagi" userId="6e3fb0f2a3157aca" providerId="LiveId" clId="{BEBAEF57-B21B-47CA-85BE-4C5067A45600}" dt="2025-11-22T02:13:52.017" v="61"/>
          <ac:spMkLst>
            <pc:docMk/>
            <pc:sldMk cId="1487700712" sldId="256"/>
            <ac:spMk id="22" creationId="{4A2E7EC3-E07C-46CE-9B25-41865A50681C}"/>
          </ac:spMkLst>
        </pc:spChg>
        <pc:grpChg chg="del">
          <ac:chgData name="Lofentse Moagi" userId="6e3fb0f2a3157aca" providerId="LiveId" clId="{BEBAEF57-B21B-47CA-85BE-4C5067A45600}" dt="2025-11-22T02:13:52.017" v="61"/>
          <ac:grpSpMkLst>
            <pc:docMk/>
            <pc:sldMk cId="1487700712" sldId="256"/>
            <ac:grpSpMk id="17" creationId="{AA9EB0BC-A85E-4C26-B355-5DFCEF6CCB49}"/>
          </ac:grpSpMkLst>
        </pc:grpChg>
      </pc:sldChg>
      <pc:sldChg chg="addSp delSp modSp mod modTransition">
        <pc:chgData name="Lofentse Moagi" userId="6e3fb0f2a3157aca" providerId="LiveId" clId="{BEBAEF57-B21B-47CA-85BE-4C5067A45600}" dt="2025-11-22T03:58:44.002" v="2259"/>
        <pc:sldMkLst>
          <pc:docMk/>
          <pc:sldMk cId="497607547" sldId="258"/>
        </pc:sldMkLst>
        <pc:spChg chg="mod">
          <ac:chgData name="Lofentse Moagi" userId="6e3fb0f2a3157aca" providerId="LiveId" clId="{BEBAEF57-B21B-47CA-85BE-4C5067A45600}" dt="2025-11-22T02:49:02.456" v="914" actId="20577"/>
          <ac:spMkLst>
            <pc:docMk/>
            <pc:sldMk cId="497607547" sldId="258"/>
            <ac:spMk id="2" creationId="{921633EB-7DCB-4DDC-80AF-C885A3EE1245}"/>
          </ac:spMkLst>
        </pc:spChg>
        <pc:spChg chg="add del mod">
          <ac:chgData name="Lofentse Moagi" userId="6e3fb0f2a3157aca" providerId="LiveId" clId="{BEBAEF57-B21B-47CA-85BE-4C5067A45600}" dt="2025-11-22T02:40:27.332" v="626" actId="931"/>
          <ac:spMkLst>
            <pc:docMk/>
            <pc:sldMk cId="497607547" sldId="258"/>
            <ac:spMk id="4" creationId="{D80DE66C-F42B-8521-F772-4604614CD27D}"/>
          </ac:spMkLst>
        </pc:spChg>
        <pc:spChg chg="add mod">
          <ac:chgData name="Lofentse Moagi" userId="6e3fb0f2a3157aca" providerId="LiveId" clId="{BEBAEF57-B21B-47CA-85BE-4C5067A45600}" dt="2025-11-22T02:42:28.255" v="644" actId="1076"/>
          <ac:spMkLst>
            <pc:docMk/>
            <pc:sldMk cId="497607547" sldId="258"/>
            <ac:spMk id="8" creationId="{2AB260FE-AC6D-31F7-0532-090AC1B3E3CF}"/>
          </ac:spMkLst>
        </pc:spChg>
        <pc:spChg chg="add del mod">
          <ac:chgData name="Lofentse Moagi" userId="6e3fb0f2a3157aca" providerId="LiveId" clId="{BEBAEF57-B21B-47CA-85BE-4C5067A45600}" dt="2025-11-22T02:41:24.936" v="638"/>
          <ac:spMkLst>
            <pc:docMk/>
            <pc:sldMk cId="497607547" sldId="258"/>
            <ac:spMk id="9" creationId="{AFACA152-76A6-03AD-F21D-89E53B9ED03D}"/>
          </ac:spMkLst>
        </pc:spChg>
        <pc:spChg chg="add mod">
          <ac:chgData name="Lofentse Moagi" userId="6e3fb0f2a3157aca" providerId="LiveId" clId="{BEBAEF57-B21B-47CA-85BE-4C5067A45600}" dt="2025-11-22T02:48:18.132" v="872" actId="20577"/>
          <ac:spMkLst>
            <pc:docMk/>
            <pc:sldMk cId="497607547" sldId="258"/>
            <ac:spMk id="10" creationId="{F12B0FA0-4825-A826-78F5-7ED89B6CD2F1}"/>
          </ac:spMkLst>
        </pc:spChg>
        <pc:picChg chg="add mod">
          <ac:chgData name="Lofentse Moagi" userId="6e3fb0f2a3157aca" providerId="LiveId" clId="{BEBAEF57-B21B-47CA-85BE-4C5067A45600}" dt="2025-11-22T02:40:30.347" v="627" actId="27614"/>
          <ac:picMkLst>
            <pc:docMk/>
            <pc:sldMk cId="497607547" sldId="258"/>
            <ac:picMk id="6" creationId="{49B3FA6F-A113-5B37-2F46-3D90084F1A35}"/>
          </ac:picMkLst>
        </pc:picChg>
        <pc:picChg chg="del mod">
          <ac:chgData name="Lofentse Moagi" userId="6e3fb0f2a3157aca" providerId="LiveId" clId="{BEBAEF57-B21B-47CA-85BE-4C5067A45600}" dt="2025-11-22T02:39:38.331" v="625" actId="21"/>
          <ac:picMkLst>
            <pc:docMk/>
            <pc:sldMk cId="497607547" sldId="258"/>
            <ac:picMk id="11" creationId="{47D9BE16-119C-43B2-9AE6-18C4A150C0EF}"/>
          </ac:picMkLst>
        </pc:picChg>
        <pc:picChg chg="del mod">
          <ac:chgData name="Lofentse Moagi" userId="6e3fb0f2a3157aca" providerId="LiveId" clId="{BEBAEF57-B21B-47CA-85BE-4C5067A45600}" dt="2025-11-22T02:40:42.482" v="628" actId="21"/>
          <ac:picMkLst>
            <pc:docMk/>
            <pc:sldMk cId="497607547" sldId="258"/>
            <ac:picMk id="18" creationId="{BFEA8EC1-23A4-4843-A9C3-AE771D73392A}"/>
          </ac:picMkLst>
        </pc:picChg>
      </pc:sldChg>
      <pc:sldChg chg="delSp del delDesignElem">
        <pc:chgData name="Lofentse Moagi" userId="6e3fb0f2a3157aca" providerId="LiveId" clId="{BEBAEF57-B21B-47CA-85BE-4C5067A45600}" dt="2025-11-22T02:52:46.618" v="934" actId="47"/>
        <pc:sldMkLst>
          <pc:docMk/>
          <pc:sldMk cId="4209322005" sldId="259"/>
        </pc:sldMkLst>
        <pc:spChg chg="del">
          <ac:chgData name="Lofentse Moagi" userId="6e3fb0f2a3157aca" providerId="LiveId" clId="{BEBAEF57-B21B-47CA-85BE-4C5067A45600}" dt="2025-11-22T02:13:52.017" v="61"/>
          <ac:spMkLst>
            <pc:docMk/>
            <pc:sldMk cId="4209322005" sldId="259"/>
            <ac:spMk id="13" creationId="{4AE9D071-98CF-435C-BD2B-976514544DC5}"/>
          </ac:spMkLst>
        </pc:spChg>
        <pc:grpChg chg="del">
          <ac:chgData name="Lofentse Moagi" userId="6e3fb0f2a3157aca" providerId="LiveId" clId="{BEBAEF57-B21B-47CA-85BE-4C5067A45600}" dt="2025-11-22T02:13:52.017" v="61"/>
          <ac:grpSpMkLst>
            <pc:docMk/>
            <pc:sldMk cId="4209322005" sldId="259"/>
            <ac:grpSpMk id="15" creationId="{D619FC33-16ED-4246-9596-BEFEB55E4CF6}"/>
          </ac:grpSpMkLst>
        </pc:grpChg>
      </pc:sldChg>
      <pc:sldChg chg="delSp modSp del mod delDesignElem">
        <pc:chgData name="Lofentse Moagi" userId="6e3fb0f2a3157aca" providerId="LiveId" clId="{BEBAEF57-B21B-47CA-85BE-4C5067A45600}" dt="2025-11-22T02:53:07.075" v="936" actId="47"/>
        <pc:sldMkLst>
          <pc:docMk/>
          <pc:sldMk cId="3501347425" sldId="260"/>
        </pc:sldMkLst>
        <pc:spChg chg="mod">
          <ac:chgData name="Lofentse Moagi" userId="6e3fb0f2a3157aca" providerId="LiveId" clId="{BEBAEF57-B21B-47CA-85BE-4C5067A45600}" dt="2025-11-22T02:52:29.652" v="933" actId="20577"/>
          <ac:spMkLst>
            <pc:docMk/>
            <pc:sldMk cId="3501347425" sldId="260"/>
            <ac:spMk id="3" creationId="{A9CB511D-EA45-4336-847C-1252667143B5}"/>
          </ac:spMkLst>
        </pc:spChg>
        <pc:spChg chg="del">
          <ac:chgData name="Lofentse Moagi" userId="6e3fb0f2a3157aca" providerId="LiveId" clId="{BEBAEF57-B21B-47CA-85BE-4C5067A45600}" dt="2025-11-22T02:13:52.017" v="61"/>
          <ac:spMkLst>
            <pc:docMk/>
            <pc:sldMk cId="3501347425" sldId="260"/>
            <ac:spMk id="10" creationId="{379F11E2-8BA5-4C5C-AE7C-361E5EA011FF}"/>
          </ac:spMkLst>
        </pc:spChg>
        <pc:spChg chg="del">
          <ac:chgData name="Lofentse Moagi" userId="6e3fb0f2a3157aca" providerId="LiveId" clId="{BEBAEF57-B21B-47CA-85BE-4C5067A45600}" dt="2025-11-22T02:13:52.017" v="61"/>
          <ac:spMkLst>
            <pc:docMk/>
            <pc:sldMk cId="3501347425" sldId="260"/>
            <ac:spMk id="12" creationId="{7C00E1DA-EC7C-40FC-95E3-11FDCD2E4291}"/>
          </ac:spMkLst>
        </pc:spChg>
        <pc:grpChg chg="del">
          <ac:chgData name="Lofentse Moagi" userId="6e3fb0f2a3157aca" providerId="LiveId" clId="{BEBAEF57-B21B-47CA-85BE-4C5067A45600}" dt="2025-11-22T02:13:52.017" v="61"/>
          <ac:grpSpMkLst>
            <pc:docMk/>
            <pc:sldMk cId="3501347425" sldId="260"/>
            <ac:grpSpMk id="14" creationId="{9A421166-2996-41A7-B094-AE5316F347DD}"/>
          </ac:grpSpMkLst>
        </pc:grpChg>
      </pc:sldChg>
      <pc:sldChg chg="modSp del">
        <pc:chgData name="Lofentse Moagi" userId="6e3fb0f2a3157aca" providerId="LiveId" clId="{BEBAEF57-B21B-47CA-85BE-4C5067A45600}" dt="2025-11-22T02:05:53.347" v="47" actId="2696"/>
        <pc:sldMkLst>
          <pc:docMk/>
          <pc:sldMk cId="1703342593" sldId="261"/>
        </pc:sldMkLst>
        <pc:graphicFrameChg chg="mod">
          <ac:chgData name="Lofentse Moagi" userId="6e3fb0f2a3157aca" providerId="LiveId" clId="{BEBAEF57-B21B-47CA-85BE-4C5067A45600}" dt="2025-11-22T02:05:32.547" v="46"/>
          <ac:graphicFrameMkLst>
            <pc:docMk/>
            <pc:sldMk cId="1703342593" sldId="261"/>
            <ac:graphicFrameMk id="4" creationId="{81E592E1-99DF-4294-A2E9-EF46299BD3F4}"/>
          </ac:graphicFrameMkLst>
        </pc:graphicFrameChg>
      </pc:sldChg>
      <pc:sldChg chg="addSp modSp mod modTransition">
        <pc:chgData name="Lofentse Moagi" userId="6e3fb0f2a3157aca" providerId="LiveId" clId="{BEBAEF57-B21B-47CA-85BE-4C5067A45600}" dt="2025-11-22T03:58:03.762" v="2256"/>
        <pc:sldMkLst>
          <pc:docMk/>
          <pc:sldMk cId="1132564326" sldId="262"/>
        </pc:sldMkLst>
        <pc:picChg chg="add mod">
          <ac:chgData name="Lofentse Moagi" userId="6e3fb0f2a3157aca" providerId="LiveId" clId="{BEBAEF57-B21B-47CA-85BE-4C5067A45600}" dt="2025-11-22T02:11:27.330" v="48" actId="931"/>
          <ac:picMkLst>
            <pc:docMk/>
            <pc:sldMk cId="1132564326" sldId="262"/>
            <ac:picMk id="3" creationId="{BFB2DD04-785B-EE93-5AE9-BC3D266EE85F}"/>
          </ac:picMkLst>
        </pc:picChg>
        <pc:picChg chg="add mod">
          <ac:chgData name="Lofentse Moagi" userId="6e3fb0f2a3157aca" providerId="LiveId" clId="{BEBAEF57-B21B-47CA-85BE-4C5067A45600}" dt="2025-11-22T03:57:29.193" v="2254" actId="1440"/>
          <ac:picMkLst>
            <pc:docMk/>
            <pc:sldMk cId="1132564326" sldId="262"/>
            <ac:picMk id="5" creationId="{59FCFEDA-954E-4FB3-1734-3B3D4EBA18FE}"/>
          </ac:picMkLst>
        </pc:picChg>
      </pc:sldChg>
      <pc:sldChg chg="addSp delSp modSp mod modTransition">
        <pc:chgData name="Lofentse Moagi" userId="6e3fb0f2a3157aca" providerId="LiveId" clId="{BEBAEF57-B21B-47CA-85BE-4C5067A45600}" dt="2025-11-22T03:58:17.447" v="2257"/>
        <pc:sldMkLst>
          <pc:docMk/>
          <pc:sldMk cId="1990187973" sldId="263"/>
        </pc:sldMkLst>
        <pc:spChg chg="add mod">
          <ac:chgData name="Lofentse Moagi" userId="6e3fb0f2a3157aca" providerId="LiveId" clId="{BEBAEF57-B21B-47CA-85BE-4C5067A45600}" dt="2025-11-22T02:14:27.621" v="63" actId="20577"/>
          <ac:spMkLst>
            <pc:docMk/>
            <pc:sldMk cId="1990187973" sldId="263"/>
            <ac:spMk id="2" creationId="{2B29BBDB-0EA4-0FB5-9041-8899ADBCE961}"/>
          </ac:spMkLst>
        </pc:spChg>
        <pc:spChg chg="add del mod">
          <ac:chgData name="Lofentse Moagi" userId="6e3fb0f2a3157aca" providerId="LiveId" clId="{BEBAEF57-B21B-47CA-85BE-4C5067A45600}" dt="2025-11-22T02:16:26.878" v="71"/>
          <ac:spMkLst>
            <pc:docMk/>
            <pc:sldMk cId="1990187973" sldId="263"/>
            <ac:spMk id="3" creationId="{B37B38DC-0820-DA58-FA5B-B6657FFDA09A}"/>
          </ac:spMkLst>
        </pc:spChg>
        <pc:spChg chg="add">
          <ac:chgData name="Lofentse Moagi" userId="6e3fb0f2a3157aca" providerId="LiveId" clId="{BEBAEF57-B21B-47CA-85BE-4C5067A45600}" dt="2025-11-22T02:15:58.032" v="67"/>
          <ac:spMkLst>
            <pc:docMk/>
            <pc:sldMk cId="1990187973" sldId="263"/>
            <ac:spMk id="4" creationId="{13A41D8E-3078-D1A0-B238-A29A32A4BAF3}"/>
          </ac:spMkLst>
        </pc:spChg>
        <pc:spChg chg="add mod">
          <ac:chgData name="Lofentse Moagi" userId="6e3fb0f2a3157aca" providerId="LiveId" clId="{BEBAEF57-B21B-47CA-85BE-4C5067A45600}" dt="2025-11-22T02:20:24.610" v="155" actId="20577"/>
          <ac:spMkLst>
            <pc:docMk/>
            <pc:sldMk cId="1990187973" sldId="263"/>
            <ac:spMk id="5" creationId="{273E0558-5DB3-2CB1-4A75-BD0216C19B1A}"/>
          </ac:spMkLst>
        </pc:spChg>
        <pc:picChg chg="add mod">
          <ac:chgData name="Lofentse Moagi" userId="6e3fb0f2a3157aca" providerId="LiveId" clId="{BEBAEF57-B21B-47CA-85BE-4C5067A45600}" dt="2025-11-22T02:24:55.416" v="158" actId="1076"/>
          <ac:picMkLst>
            <pc:docMk/>
            <pc:sldMk cId="1990187973" sldId="263"/>
            <ac:picMk id="7" creationId="{69FF1B96-6CF8-9070-3C06-A8C3A405B3EE}"/>
          </ac:picMkLst>
        </pc:picChg>
        <pc:picChg chg="add mod">
          <ac:chgData name="Lofentse Moagi" userId="6e3fb0f2a3157aca" providerId="LiveId" clId="{BEBAEF57-B21B-47CA-85BE-4C5067A45600}" dt="2025-11-22T03:57:48.791" v="2255" actId="1440"/>
          <ac:picMkLst>
            <pc:docMk/>
            <pc:sldMk cId="1990187973" sldId="263"/>
            <ac:picMk id="9" creationId="{12D7E780-48CC-DA3E-5CDD-B6899A1959F8}"/>
          </ac:picMkLst>
        </pc:picChg>
      </pc:sldChg>
      <pc:sldChg chg="addSp delSp modSp mod modTransition">
        <pc:chgData name="Lofentse Moagi" userId="6e3fb0f2a3157aca" providerId="LiveId" clId="{BEBAEF57-B21B-47CA-85BE-4C5067A45600}" dt="2025-11-22T03:58:24.798" v="2258"/>
        <pc:sldMkLst>
          <pc:docMk/>
          <pc:sldMk cId="2384257082" sldId="264"/>
        </pc:sldMkLst>
        <pc:spChg chg="add mod">
          <ac:chgData name="Lofentse Moagi" userId="6e3fb0f2a3157aca" providerId="LiveId" clId="{BEBAEF57-B21B-47CA-85BE-4C5067A45600}" dt="2025-11-22T02:28:18.842" v="192" actId="255"/>
          <ac:spMkLst>
            <pc:docMk/>
            <pc:sldMk cId="2384257082" sldId="264"/>
            <ac:spMk id="2" creationId="{369C52F0-C4F8-A246-7F7A-51862DA206C7}"/>
          </ac:spMkLst>
        </pc:spChg>
        <pc:spChg chg="add del mod">
          <ac:chgData name="Lofentse Moagi" userId="6e3fb0f2a3157aca" providerId="LiveId" clId="{BEBAEF57-B21B-47CA-85BE-4C5067A45600}" dt="2025-11-22T02:29:05.627" v="196"/>
          <ac:spMkLst>
            <pc:docMk/>
            <pc:sldMk cId="2384257082" sldId="264"/>
            <ac:spMk id="3" creationId="{E787BB97-2B72-C29E-B2D0-97B1DBE80DD3}"/>
          </ac:spMkLst>
        </pc:spChg>
        <pc:spChg chg="add mod">
          <ac:chgData name="Lofentse Moagi" userId="6e3fb0f2a3157aca" providerId="LiveId" clId="{BEBAEF57-B21B-47CA-85BE-4C5067A45600}" dt="2025-11-22T02:37:52.118" v="620" actId="1076"/>
          <ac:spMkLst>
            <pc:docMk/>
            <pc:sldMk cId="2384257082" sldId="264"/>
            <ac:spMk id="4" creationId="{31BE92E7-95AE-AB3F-2AE3-885EC0E4DF75}"/>
          </ac:spMkLst>
        </pc:spChg>
        <pc:picChg chg="add mod">
          <ac:chgData name="Lofentse Moagi" userId="6e3fb0f2a3157aca" providerId="LiveId" clId="{BEBAEF57-B21B-47CA-85BE-4C5067A45600}" dt="2025-11-22T02:38:18.431" v="624" actId="1076"/>
          <ac:picMkLst>
            <pc:docMk/>
            <pc:sldMk cId="2384257082" sldId="264"/>
            <ac:picMk id="6" creationId="{DD020882-8BD6-E9F3-9A61-92335B7E2DB5}"/>
          </ac:picMkLst>
        </pc:picChg>
      </pc:sldChg>
      <pc:sldChg chg="addSp modSp new mod modTransition">
        <pc:chgData name="Lofentse Moagi" userId="6e3fb0f2a3157aca" providerId="LiveId" clId="{BEBAEF57-B21B-47CA-85BE-4C5067A45600}" dt="2025-11-22T03:58:52.512" v="2260"/>
        <pc:sldMkLst>
          <pc:docMk/>
          <pc:sldMk cId="4294608895" sldId="265"/>
        </pc:sldMkLst>
        <pc:spChg chg="mod">
          <ac:chgData name="Lofentse Moagi" userId="6e3fb0f2a3157aca" providerId="LiveId" clId="{BEBAEF57-B21B-47CA-85BE-4C5067A45600}" dt="2025-11-22T02:53:24.331" v="952" actId="20577"/>
          <ac:spMkLst>
            <pc:docMk/>
            <pc:sldMk cId="4294608895" sldId="265"/>
            <ac:spMk id="2" creationId="{C87D3503-FDF6-0F73-ADBB-5C5920E190AE}"/>
          </ac:spMkLst>
        </pc:spChg>
        <pc:spChg chg="add mod">
          <ac:chgData name="Lofentse Moagi" userId="6e3fb0f2a3157aca" providerId="LiveId" clId="{BEBAEF57-B21B-47CA-85BE-4C5067A45600}" dt="2025-11-22T03:01:20.805" v="1042" actId="20577"/>
          <ac:spMkLst>
            <pc:docMk/>
            <pc:sldMk cId="4294608895" sldId="265"/>
            <ac:spMk id="3" creationId="{F892B8F0-D457-A501-8A72-54E1C2784617}"/>
          </ac:spMkLst>
        </pc:spChg>
        <pc:spChg chg="add mod">
          <ac:chgData name="Lofentse Moagi" userId="6e3fb0f2a3157aca" providerId="LiveId" clId="{BEBAEF57-B21B-47CA-85BE-4C5067A45600}" dt="2025-11-22T03:04:01.157" v="1177" actId="2711"/>
          <ac:spMkLst>
            <pc:docMk/>
            <pc:sldMk cId="4294608895" sldId="265"/>
            <ac:spMk id="6" creationId="{A70BF0DF-7EE1-4968-8211-2FDF1A776294}"/>
          </ac:spMkLst>
        </pc:spChg>
        <pc:picChg chg="add mod">
          <ac:chgData name="Lofentse Moagi" userId="6e3fb0f2a3157aca" providerId="LiveId" clId="{BEBAEF57-B21B-47CA-85BE-4C5067A45600}" dt="2025-11-22T03:02:33.287" v="1049" actId="14100"/>
          <ac:picMkLst>
            <pc:docMk/>
            <pc:sldMk cId="4294608895" sldId="265"/>
            <ac:picMk id="5" creationId="{2BE24B1B-4495-2A71-C705-9F4ED7FF88D4}"/>
          </ac:picMkLst>
        </pc:picChg>
      </pc:sldChg>
      <pc:sldChg chg="addSp modSp new mod modTransition">
        <pc:chgData name="Lofentse Moagi" userId="6e3fb0f2a3157aca" providerId="LiveId" clId="{BEBAEF57-B21B-47CA-85BE-4C5067A45600}" dt="2025-11-22T03:58:57" v="2261"/>
        <pc:sldMkLst>
          <pc:docMk/>
          <pc:sldMk cId="2116121848" sldId="266"/>
        </pc:sldMkLst>
        <pc:spChg chg="add mod">
          <ac:chgData name="Lofentse Moagi" userId="6e3fb0f2a3157aca" providerId="LiveId" clId="{BEBAEF57-B21B-47CA-85BE-4C5067A45600}" dt="2025-11-22T03:13:40.299" v="1657" actId="20577"/>
          <ac:spMkLst>
            <pc:docMk/>
            <pc:sldMk cId="2116121848" sldId="266"/>
            <ac:spMk id="2" creationId="{9635C92D-4902-0FC5-F987-5730F3FDB551}"/>
          </ac:spMkLst>
        </pc:spChg>
        <pc:picChg chg="add mod">
          <ac:chgData name="Lofentse Moagi" userId="6e3fb0f2a3157aca" providerId="LiveId" clId="{BEBAEF57-B21B-47CA-85BE-4C5067A45600}" dt="2025-11-22T03:07:22.913" v="1189" actId="962"/>
          <ac:picMkLst>
            <pc:docMk/>
            <pc:sldMk cId="2116121848" sldId="266"/>
            <ac:picMk id="4" creationId="{F287474B-856D-D7D7-D48F-58238EEBF8A6}"/>
          </ac:picMkLst>
        </pc:picChg>
      </pc:sldChg>
      <pc:sldChg chg="addSp delSp modSp new mod modTransition">
        <pc:chgData name="Lofentse Moagi" userId="6e3fb0f2a3157aca" providerId="LiveId" clId="{BEBAEF57-B21B-47CA-85BE-4C5067A45600}" dt="2025-11-22T03:59:02.613" v="2262"/>
        <pc:sldMkLst>
          <pc:docMk/>
          <pc:sldMk cId="1524438381" sldId="267"/>
        </pc:sldMkLst>
        <pc:spChg chg="add mod">
          <ac:chgData name="Lofentse Moagi" userId="6e3fb0f2a3157aca" providerId="LiveId" clId="{BEBAEF57-B21B-47CA-85BE-4C5067A45600}" dt="2025-11-22T03:22:06.745" v="1744" actId="20577"/>
          <ac:spMkLst>
            <pc:docMk/>
            <pc:sldMk cId="1524438381" sldId="267"/>
            <ac:spMk id="2" creationId="{E6B55842-1B80-8CBE-24B5-4FAFFEF5095A}"/>
          </ac:spMkLst>
        </pc:spChg>
        <pc:picChg chg="add mod">
          <ac:chgData name="Lofentse Moagi" userId="6e3fb0f2a3157aca" providerId="LiveId" clId="{BEBAEF57-B21B-47CA-85BE-4C5067A45600}" dt="2025-11-22T03:17:26.087" v="1668" actId="1076"/>
          <ac:picMkLst>
            <pc:docMk/>
            <pc:sldMk cId="1524438381" sldId="267"/>
            <ac:picMk id="4" creationId="{5AD89748-AB83-4AAC-3C20-898ADE4DF2FE}"/>
          </ac:picMkLst>
        </pc:picChg>
        <pc:picChg chg="add mod">
          <ac:chgData name="Lofentse Moagi" userId="6e3fb0f2a3157aca" providerId="LiveId" clId="{BEBAEF57-B21B-47CA-85BE-4C5067A45600}" dt="2025-11-22T03:18:25.303" v="1672" actId="962"/>
          <ac:picMkLst>
            <pc:docMk/>
            <pc:sldMk cId="1524438381" sldId="267"/>
            <ac:picMk id="6" creationId="{B55C0CF1-96BC-5E06-5F1F-F3AAA85955A5}"/>
          </ac:picMkLst>
        </pc:picChg>
        <pc:picChg chg="add del mod">
          <ac:chgData name="Lofentse Moagi" userId="6e3fb0f2a3157aca" providerId="LiveId" clId="{BEBAEF57-B21B-47CA-85BE-4C5067A45600}" dt="2025-11-22T03:19:29.973" v="1677" actId="478"/>
          <ac:picMkLst>
            <pc:docMk/>
            <pc:sldMk cId="1524438381" sldId="267"/>
            <ac:picMk id="8" creationId="{7518E13B-2A47-9CF3-B6A2-F2B164AD7007}"/>
          </ac:picMkLst>
        </pc:picChg>
        <pc:picChg chg="add mod">
          <ac:chgData name="Lofentse Moagi" userId="6e3fb0f2a3157aca" providerId="LiveId" clId="{BEBAEF57-B21B-47CA-85BE-4C5067A45600}" dt="2025-11-22T03:21:03.523" v="1681" actId="962"/>
          <ac:picMkLst>
            <pc:docMk/>
            <pc:sldMk cId="1524438381" sldId="267"/>
            <ac:picMk id="10" creationId="{DE46F594-A8C9-9E3D-69EE-E06E2847E24C}"/>
          </ac:picMkLst>
        </pc:picChg>
      </pc:sldChg>
      <pc:sldChg chg="addSp modSp new mod modTransition">
        <pc:chgData name="Lofentse Moagi" userId="6e3fb0f2a3157aca" providerId="LiveId" clId="{BEBAEF57-B21B-47CA-85BE-4C5067A45600}" dt="2025-11-22T03:59:11.333" v="2263"/>
        <pc:sldMkLst>
          <pc:docMk/>
          <pc:sldMk cId="1816985180" sldId="268"/>
        </pc:sldMkLst>
        <pc:spChg chg="add mod">
          <ac:chgData name="Lofentse Moagi" userId="6e3fb0f2a3157aca" providerId="LiveId" clId="{BEBAEF57-B21B-47CA-85BE-4C5067A45600}" dt="2025-11-22T03:23:46.398" v="1771" actId="20577"/>
          <ac:spMkLst>
            <pc:docMk/>
            <pc:sldMk cId="1816985180" sldId="268"/>
            <ac:spMk id="3" creationId="{37BE3566-CB1E-ACE4-A5FB-F1B634DFEDC7}"/>
          </ac:spMkLst>
        </pc:spChg>
        <pc:spChg chg="add mod">
          <ac:chgData name="Lofentse Moagi" userId="6e3fb0f2a3157aca" providerId="LiveId" clId="{BEBAEF57-B21B-47CA-85BE-4C5067A45600}" dt="2025-11-22T03:28:25.152" v="1827" actId="20577"/>
          <ac:spMkLst>
            <pc:docMk/>
            <pc:sldMk cId="1816985180" sldId="268"/>
            <ac:spMk id="6" creationId="{A9941853-B7B2-8898-E2B2-C836679E3503}"/>
          </ac:spMkLst>
        </pc:spChg>
        <pc:picChg chg="add mod">
          <ac:chgData name="Lofentse Moagi" userId="6e3fb0f2a3157aca" providerId="LiveId" clId="{BEBAEF57-B21B-47CA-85BE-4C5067A45600}" dt="2025-11-22T03:23:29.664" v="1747" actId="1076"/>
          <ac:picMkLst>
            <pc:docMk/>
            <pc:sldMk cId="1816985180" sldId="268"/>
            <ac:picMk id="2" creationId="{7A4BDB38-4A9E-4148-C95E-97DE7A32E8C2}"/>
          </ac:picMkLst>
        </pc:picChg>
        <pc:picChg chg="add mod">
          <ac:chgData name="Lofentse Moagi" userId="6e3fb0f2a3157aca" providerId="LiveId" clId="{BEBAEF57-B21B-47CA-85BE-4C5067A45600}" dt="2025-11-22T03:27:07.910" v="1775" actId="962"/>
          <ac:picMkLst>
            <pc:docMk/>
            <pc:sldMk cId="1816985180" sldId="268"/>
            <ac:picMk id="5" creationId="{00E2BC4B-D994-242D-BFF6-29102CDB04BE}"/>
          </ac:picMkLst>
        </pc:picChg>
      </pc:sldChg>
      <pc:sldChg chg="addSp modSp new mod">
        <pc:chgData name="Lofentse Moagi" userId="6e3fb0f2a3157aca" providerId="LiveId" clId="{BEBAEF57-B21B-47CA-85BE-4C5067A45600}" dt="2025-11-22T03:35:02.070" v="2087" actId="14100"/>
        <pc:sldMkLst>
          <pc:docMk/>
          <pc:sldMk cId="2725296759" sldId="269"/>
        </pc:sldMkLst>
        <pc:spChg chg="mod">
          <ac:chgData name="Lofentse Moagi" userId="6e3fb0f2a3157aca" providerId="LiveId" clId="{BEBAEF57-B21B-47CA-85BE-4C5067A45600}" dt="2025-11-22T03:29:07.423" v="1833" actId="20577"/>
          <ac:spMkLst>
            <pc:docMk/>
            <pc:sldMk cId="2725296759" sldId="269"/>
            <ac:spMk id="2" creationId="{1B01DF4D-195E-6F47-1533-B9B934BF20AE}"/>
          </ac:spMkLst>
        </pc:spChg>
        <pc:spChg chg="add mod">
          <ac:chgData name="Lofentse Moagi" userId="6e3fb0f2a3157aca" providerId="LiveId" clId="{BEBAEF57-B21B-47CA-85BE-4C5067A45600}" dt="2025-11-22T03:33:57.956" v="2079" actId="20577"/>
          <ac:spMkLst>
            <pc:docMk/>
            <pc:sldMk cId="2725296759" sldId="269"/>
            <ac:spMk id="3" creationId="{E6F18DF3-DF61-850D-9FFA-F5855D1FDBD7}"/>
          </ac:spMkLst>
        </pc:spChg>
        <pc:picChg chg="add mod">
          <ac:chgData name="Lofentse Moagi" userId="6e3fb0f2a3157aca" providerId="LiveId" clId="{BEBAEF57-B21B-47CA-85BE-4C5067A45600}" dt="2025-11-22T03:35:02.070" v="2087" actId="14100"/>
          <ac:picMkLst>
            <pc:docMk/>
            <pc:sldMk cId="2725296759" sldId="269"/>
            <ac:picMk id="4" creationId="{E2845BBE-EEF3-F492-1EDA-2482319F3B1B}"/>
          </ac:picMkLst>
        </pc:picChg>
      </pc:sldChg>
      <pc:sldChg chg="addSp delSp modSp new mod modTransition">
        <pc:chgData name="Lofentse Moagi" userId="6e3fb0f2a3157aca" providerId="LiveId" clId="{BEBAEF57-B21B-47CA-85BE-4C5067A45600}" dt="2025-11-22T03:59:20.068" v="2264"/>
        <pc:sldMkLst>
          <pc:docMk/>
          <pc:sldMk cId="2343641781" sldId="270"/>
        </pc:sldMkLst>
        <pc:picChg chg="add del mod">
          <ac:chgData name="Lofentse Moagi" userId="6e3fb0f2a3157aca" providerId="LiveId" clId="{BEBAEF57-B21B-47CA-85BE-4C5067A45600}" dt="2025-11-22T03:39:05.988" v="2115" actId="21"/>
          <ac:picMkLst>
            <pc:docMk/>
            <pc:sldMk cId="2343641781" sldId="270"/>
            <ac:picMk id="3" creationId="{734F00A3-67E7-3AF8-655C-9CC592F4098B}"/>
          </ac:picMkLst>
        </pc:picChg>
        <pc:picChg chg="add mod">
          <ac:chgData name="Lofentse Moagi" userId="6e3fb0f2a3157aca" providerId="LiveId" clId="{BEBAEF57-B21B-47CA-85BE-4C5067A45600}" dt="2025-11-22T03:39:18.593" v="2120" actId="14100"/>
          <ac:picMkLst>
            <pc:docMk/>
            <pc:sldMk cId="2343641781" sldId="270"/>
            <ac:picMk id="5" creationId="{C00E27A9-DB4D-EC51-E5F0-97183F345433}"/>
          </ac:picMkLst>
        </pc:picChg>
      </pc:sldChg>
      <pc:sldChg chg="addSp modSp new mod modTransition">
        <pc:chgData name="Lofentse Moagi" userId="6e3fb0f2a3157aca" providerId="LiveId" clId="{BEBAEF57-B21B-47CA-85BE-4C5067A45600}" dt="2025-11-22T03:59:27.991" v="2265"/>
        <pc:sldMkLst>
          <pc:docMk/>
          <pc:sldMk cId="659032485" sldId="271"/>
        </pc:sldMkLst>
        <pc:picChg chg="add mod">
          <ac:chgData name="Lofentse Moagi" userId="6e3fb0f2a3157aca" providerId="LiveId" clId="{BEBAEF57-B21B-47CA-85BE-4C5067A45600}" dt="2025-11-22T03:38:39.250" v="2112" actId="1076"/>
          <ac:picMkLst>
            <pc:docMk/>
            <pc:sldMk cId="659032485" sldId="271"/>
            <ac:picMk id="3" creationId="{6D4421C1-A890-1E8B-0FD3-A16137060EBE}"/>
          </ac:picMkLst>
        </pc:picChg>
        <pc:picChg chg="add mod">
          <ac:chgData name="Lofentse Moagi" userId="6e3fb0f2a3157aca" providerId="LiveId" clId="{BEBAEF57-B21B-47CA-85BE-4C5067A45600}" dt="2025-11-22T03:39:00.953" v="2114" actId="1076"/>
          <ac:picMkLst>
            <pc:docMk/>
            <pc:sldMk cId="659032485" sldId="271"/>
            <ac:picMk id="4" creationId="{CC7D8845-6C4A-D500-727B-27A62956746C}"/>
          </ac:picMkLst>
        </pc:picChg>
      </pc:sldChg>
      <pc:sldChg chg="addSp delSp modSp new mod modTransition">
        <pc:chgData name="Lofentse Moagi" userId="6e3fb0f2a3157aca" providerId="LiveId" clId="{BEBAEF57-B21B-47CA-85BE-4C5067A45600}" dt="2025-11-22T03:59:36.893" v="2266"/>
        <pc:sldMkLst>
          <pc:docMk/>
          <pc:sldMk cId="3377958118" sldId="272"/>
        </pc:sldMkLst>
        <pc:spChg chg="add mod">
          <ac:chgData name="Lofentse Moagi" userId="6e3fb0f2a3157aca" providerId="LiveId" clId="{BEBAEF57-B21B-47CA-85BE-4C5067A45600}" dt="2025-11-22T03:49:03.401" v="2173" actId="20577"/>
          <ac:spMkLst>
            <pc:docMk/>
            <pc:sldMk cId="3377958118" sldId="272"/>
            <ac:spMk id="2" creationId="{38CD5EB1-694C-6ED9-F27B-13A8FCE4C88B}"/>
          </ac:spMkLst>
        </pc:spChg>
        <pc:picChg chg="add del mod">
          <ac:chgData name="Lofentse Moagi" userId="6e3fb0f2a3157aca" providerId="LiveId" clId="{BEBAEF57-B21B-47CA-85BE-4C5067A45600}" dt="2025-11-22T03:43:01.684" v="2132" actId="21"/>
          <ac:picMkLst>
            <pc:docMk/>
            <pc:sldMk cId="3377958118" sldId="272"/>
            <ac:picMk id="4" creationId="{FA1E211F-0DC5-3AD0-D9F5-16A76E3C5EF8}"/>
          </ac:picMkLst>
        </pc:picChg>
        <pc:picChg chg="add mod">
          <ac:chgData name="Lofentse Moagi" userId="6e3fb0f2a3157aca" providerId="LiveId" clId="{BEBAEF57-B21B-47CA-85BE-4C5067A45600}" dt="2025-11-22T03:48:26.155" v="2162" actId="1076"/>
          <ac:picMkLst>
            <pc:docMk/>
            <pc:sldMk cId="3377958118" sldId="272"/>
            <ac:picMk id="6" creationId="{750030D4-7F81-213D-7798-9E7D7FF4821D}"/>
          </ac:picMkLst>
        </pc:picChg>
        <pc:picChg chg="add mod">
          <ac:chgData name="Lofentse Moagi" userId="6e3fb0f2a3157aca" providerId="LiveId" clId="{BEBAEF57-B21B-47CA-85BE-4C5067A45600}" dt="2025-11-22T03:48:04.817" v="2160" actId="1076"/>
          <ac:picMkLst>
            <pc:docMk/>
            <pc:sldMk cId="3377958118" sldId="272"/>
            <ac:picMk id="8" creationId="{641F5FB1-2CFD-B6AC-B2F7-AAC7030CED93}"/>
          </ac:picMkLst>
        </pc:picChg>
      </pc:sldChg>
      <pc:sldChg chg="addSp delSp modSp new mod modTransition">
        <pc:chgData name="Lofentse Moagi" userId="6e3fb0f2a3157aca" providerId="LiveId" clId="{BEBAEF57-B21B-47CA-85BE-4C5067A45600}" dt="2025-11-22T03:59:44.222" v="2267"/>
        <pc:sldMkLst>
          <pc:docMk/>
          <pc:sldMk cId="3773571464" sldId="273"/>
        </pc:sldMkLst>
        <pc:spChg chg="add mod">
          <ac:chgData name="Lofentse Moagi" userId="6e3fb0f2a3157aca" providerId="LiveId" clId="{BEBAEF57-B21B-47CA-85BE-4C5067A45600}" dt="2025-11-22T03:50:36.784" v="2228" actId="20577"/>
          <ac:spMkLst>
            <pc:docMk/>
            <pc:sldMk cId="3773571464" sldId="273"/>
            <ac:spMk id="2" creationId="{BB985FC8-8588-25BF-80BE-A2830F92FFFD}"/>
          </ac:spMkLst>
        </pc:spChg>
        <pc:picChg chg="add del mod">
          <ac:chgData name="Lofentse Moagi" userId="6e3fb0f2a3157aca" providerId="LiveId" clId="{BEBAEF57-B21B-47CA-85BE-4C5067A45600}" dt="2025-11-22T03:46:36.111" v="2148" actId="21"/>
          <ac:picMkLst>
            <pc:docMk/>
            <pc:sldMk cId="3773571464" sldId="273"/>
            <ac:picMk id="4" creationId="{19B63550-2333-A332-0679-8281569AECB5}"/>
          </ac:picMkLst>
        </pc:picChg>
        <pc:picChg chg="add mod">
          <ac:chgData name="Lofentse Moagi" userId="6e3fb0f2a3157aca" providerId="LiveId" clId="{BEBAEF57-B21B-47CA-85BE-4C5067A45600}" dt="2025-11-22T03:47:03.371" v="2152" actId="1076"/>
          <ac:picMkLst>
            <pc:docMk/>
            <pc:sldMk cId="3773571464" sldId="273"/>
            <ac:picMk id="6" creationId="{23727FDE-B914-7003-162A-447560C956F4}"/>
          </ac:picMkLst>
        </pc:picChg>
      </pc:sldChg>
      <pc:sldChg chg="addSp modSp new mod modTransition">
        <pc:chgData name="Lofentse Moagi" userId="6e3fb0f2a3157aca" providerId="LiveId" clId="{BEBAEF57-B21B-47CA-85BE-4C5067A45600}" dt="2025-11-22T04:02:47.553" v="2285" actId="20577"/>
        <pc:sldMkLst>
          <pc:docMk/>
          <pc:sldMk cId="2672737861" sldId="274"/>
        </pc:sldMkLst>
        <pc:spChg chg="mod">
          <ac:chgData name="Lofentse Moagi" userId="6e3fb0f2a3157aca" providerId="LiveId" clId="{BEBAEF57-B21B-47CA-85BE-4C5067A45600}" dt="2025-11-22T03:52:57.615" v="2241" actId="20577"/>
          <ac:spMkLst>
            <pc:docMk/>
            <pc:sldMk cId="2672737861" sldId="274"/>
            <ac:spMk id="2" creationId="{B0DDBB0E-6F09-57D8-D3AB-FF656A46ED81}"/>
          </ac:spMkLst>
        </pc:spChg>
        <pc:spChg chg="add mod">
          <ac:chgData name="Lofentse Moagi" userId="6e3fb0f2a3157aca" providerId="LiveId" clId="{BEBAEF57-B21B-47CA-85BE-4C5067A45600}" dt="2025-11-22T03:54:05.009" v="2253" actId="20577"/>
          <ac:spMkLst>
            <pc:docMk/>
            <pc:sldMk cId="2672737861" sldId="274"/>
            <ac:spMk id="3" creationId="{90F714C8-2213-C482-B9B1-11A087D0F6A3}"/>
          </ac:spMkLst>
        </pc:spChg>
        <pc:spChg chg="add mod">
          <ac:chgData name="Lofentse Moagi" userId="6e3fb0f2a3157aca" providerId="LiveId" clId="{BEBAEF57-B21B-47CA-85BE-4C5067A45600}" dt="2025-11-22T04:02:47.553" v="2285" actId="20577"/>
          <ac:spMkLst>
            <pc:docMk/>
            <pc:sldMk cId="2672737861" sldId="274"/>
            <ac:spMk id="4" creationId="{F8059A8C-264F-4B61-4488-CCDE2EAB3A39}"/>
          </ac:spMkLst>
        </pc:spChg>
      </pc:sldChg>
      <pc:sldChg chg="new del">
        <pc:chgData name="Lofentse Moagi" userId="6e3fb0f2a3157aca" providerId="LiveId" clId="{BEBAEF57-B21B-47CA-85BE-4C5067A45600}" dt="2025-11-22T03:48:30.569" v="2163" actId="47"/>
        <pc:sldMkLst>
          <pc:docMk/>
          <pc:sldMk cId="4228520284" sldId="27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11/22/2025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11/22/2025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11/22/2025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11/22/2025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11/22/2025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11/22/2025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7.xml"/><Relationship Id="rId4" Type="http://schemas.openxmlformats.org/officeDocument/2006/relationships/image" Target="../media/image10.tmp"/></Relationships>
</file>

<file path=ppt/slides/_rels/slide9.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youtu.be/h61cbrlTth8"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Web app design</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PROG 6212 Summative</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AI-generated content may be incorrect.">
            <a:extLst>
              <a:ext uri="{FF2B5EF4-FFF2-40B4-BE49-F238E27FC236}">
                <a16:creationId xmlns:a16="http://schemas.microsoft.com/office/drawing/2014/main" id="{59FCFEDA-954E-4FB3-1734-3B3D4EBA18FE}"/>
              </a:ext>
            </a:extLst>
          </p:cNvPr>
          <p:cNvPicPr>
            <a:picLocks noChangeAspect="1"/>
          </p:cNvPicPr>
          <p:nvPr/>
        </p:nvPicPr>
        <p:blipFill>
          <a:blip r:embed="rId2"/>
          <a:stretch>
            <a:fillRect/>
          </a:stretch>
        </p:blipFill>
        <p:spPr>
          <a:xfrm>
            <a:off x="0" y="1216481"/>
            <a:ext cx="12192000" cy="4425038"/>
          </a:xfrm>
          <a:prstGeom prst="rect">
            <a:avLst/>
          </a:prstGeom>
          <a:ln>
            <a:noFill/>
          </a:ln>
          <a:effectLst>
            <a:softEdge rad="112500"/>
          </a:effectLst>
        </p:spPr>
      </p:pic>
    </p:spTree>
    <p:extLst>
      <p:ext uri="{BB962C8B-B14F-4D97-AF65-F5344CB8AC3E}">
        <p14:creationId xmlns:p14="http://schemas.microsoft.com/office/powerpoint/2010/main" val="1132564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29BBDB-0EA4-0FB5-9041-8899ADBCE961}"/>
              </a:ext>
            </a:extLst>
          </p:cNvPr>
          <p:cNvSpPr txBox="1"/>
          <p:nvPr/>
        </p:nvSpPr>
        <p:spPr>
          <a:xfrm>
            <a:off x="274820" y="869429"/>
            <a:ext cx="11347554" cy="800219"/>
          </a:xfrm>
          <a:prstGeom prst="rect">
            <a:avLst/>
          </a:prstGeom>
          <a:noFill/>
        </p:spPr>
        <p:txBody>
          <a:bodyPr wrap="square" rtlCol="0">
            <a:spAutoFit/>
          </a:body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Contract Monthly Claim System (CMCS) –Report</a:t>
            </a:r>
            <a:endParaRPr lang="en-ZA" sz="2800" b="1" dirty="0">
              <a:latin typeface="Calibri" panose="020F0502020204030204" pitchFamily="34" charset="0"/>
              <a:ea typeface="Calibri" panose="020F0502020204030204" pitchFamily="34" charset="0"/>
              <a:cs typeface="Calibri" panose="020F0502020204030204" pitchFamily="34" charset="0"/>
            </a:endParaRPr>
          </a:p>
          <a:p>
            <a:pPr algn="ctr"/>
            <a:endParaRPr lang="en-ZA"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2">
            <a:extLst>
              <a:ext uri="{FF2B5EF4-FFF2-40B4-BE49-F238E27FC236}">
                <a16:creationId xmlns:a16="http://schemas.microsoft.com/office/drawing/2014/main" id="{273E0558-5DB3-2CB1-4A75-BD0216C19B1A}"/>
              </a:ext>
            </a:extLst>
          </p:cNvPr>
          <p:cNvSpPr>
            <a:spLocks noChangeArrowheads="1"/>
          </p:cNvSpPr>
          <p:nvPr/>
        </p:nvSpPr>
        <p:spPr bwMode="auto">
          <a:xfrm>
            <a:off x="274820" y="1674674"/>
            <a:ext cx="119171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Contract Monthly Claim System’s (</a:t>
            </a:r>
            <a:r>
              <a:rPr lang="en-US" altLang="en-US" sz="1200" dirty="0">
                <a:latin typeface="Calibri" panose="020F0502020204030204" pitchFamily="34" charset="0"/>
                <a:ea typeface="Calibri" panose="020F0502020204030204" pitchFamily="34" charset="0"/>
                <a:cs typeface="Calibri" panose="020F0502020204030204" pitchFamily="34" charset="0"/>
              </a:rPr>
              <a:t>CMCS</a:t>
            </a:r>
            <a:r>
              <a:rPr kumimoji="0" lang="en-US" altLang="en-US" sz="1800" b="0" i="0" u="none" strike="noStrike" cap="none" normalizeH="0" baseline="0" dirty="0">
                <a:ln>
                  <a:noFill/>
                </a:ln>
                <a:solidFill>
                  <a:schemeClr val="tx1"/>
                </a:solidFill>
                <a:effectLst/>
                <a:latin typeface="Arial" panose="020B0604020202020204" pitchFamily="34" charset="0"/>
              </a:rPr>
              <a:t>) operation, design, and goal are all covered in this presentation. The objective is to guide the user through the system in an understandable, organic, and </a:t>
            </a:r>
            <a:r>
              <a:rPr lang="en-US" altLang="en-US" dirty="0">
                <a:latin typeface="Arial" panose="020B0604020202020204" pitchFamily="34" charset="0"/>
              </a:rPr>
              <a:t>user</a:t>
            </a:r>
            <a:r>
              <a:rPr kumimoji="0" lang="en-US" altLang="en-US" sz="1800" b="0" i="0" u="none" strike="noStrike" cap="none" normalizeH="0" baseline="0" dirty="0">
                <a:ln>
                  <a:noFill/>
                </a:ln>
                <a:solidFill>
                  <a:schemeClr val="tx1"/>
                </a:solidFill>
                <a:effectLst/>
                <a:latin typeface="Arial" panose="020B0604020202020204" pitchFamily="34" charset="0"/>
              </a:rPr>
              <a:t>-friendly way, emphasizing its functions, the ways in which various users interact with it, and the thinking behind the selection of particular technologies throughout development. By providing lecturers, coordinators, managers, and HR with an organized and dependable method of handling monthly work claims, the CMCS is intended to address a practical administrative issue for organizations.</a:t>
            </a:r>
          </a:p>
        </p:txBody>
      </p:sp>
      <p:pic>
        <p:nvPicPr>
          <p:cNvPr id="9" name="Picture 8" descr="A screenshot of a computer&#10;&#10;AI-generated content may be incorrect.">
            <a:extLst>
              <a:ext uri="{FF2B5EF4-FFF2-40B4-BE49-F238E27FC236}">
                <a16:creationId xmlns:a16="http://schemas.microsoft.com/office/drawing/2014/main" id="{12D7E780-48CC-DA3E-5CDD-B6899A1959F8}"/>
              </a:ext>
            </a:extLst>
          </p:cNvPr>
          <p:cNvPicPr>
            <a:picLocks noChangeAspect="1"/>
          </p:cNvPicPr>
          <p:nvPr/>
        </p:nvPicPr>
        <p:blipFill>
          <a:blip r:embed="rId2"/>
          <a:stretch>
            <a:fillRect/>
          </a:stretch>
        </p:blipFill>
        <p:spPr>
          <a:xfrm>
            <a:off x="1663907" y="3429000"/>
            <a:ext cx="7495083" cy="3429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990187973"/>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9C52F0-C4F8-A246-7F7A-51862DA206C7}"/>
              </a:ext>
            </a:extLst>
          </p:cNvPr>
          <p:cNvSpPr txBox="1"/>
          <p:nvPr/>
        </p:nvSpPr>
        <p:spPr>
          <a:xfrm>
            <a:off x="614597" y="884420"/>
            <a:ext cx="10717967" cy="523220"/>
          </a:xfrm>
          <a:prstGeom prst="rect">
            <a:avLst/>
          </a:prstGeom>
          <a:noFill/>
        </p:spPr>
        <p:txBody>
          <a:bodyPr wrap="square" rtlCol="0">
            <a:spAutoFit/>
          </a:bodyPr>
          <a:lstStyle/>
          <a:p>
            <a:pPr algn="ctr"/>
            <a:r>
              <a:rPr lang="en-ZA" sz="2800" dirty="0"/>
              <a:t>Purpose of the Web App</a:t>
            </a:r>
          </a:p>
        </p:txBody>
      </p:sp>
      <p:sp>
        <p:nvSpPr>
          <p:cNvPr id="4" name="Rectangle 1">
            <a:extLst>
              <a:ext uri="{FF2B5EF4-FFF2-40B4-BE49-F238E27FC236}">
                <a16:creationId xmlns:a16="http://schemas.microsoft.com/office/drawing/2014/main" id="{31BE92E7-95AE-AB3F-2AE3-885EC0E4DF75}"/>
              </a:ext>
            </a:extLst>
          </p:cNvPr>
          <p:cNvSpPr>
            <a:spLocks noChangeArrowheads="1"/>
          </p:cNvSpPr>
          <p:nvPr/>
        </p:nvSpPr>
        <p:spPr bwMode="auto">
          <a:xfrm>
            <a:off x="204103" y="1407640"/>
            <a:ext cx="1130834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To </a:t>
            </a:r>
            <a:r>
              <a:rPr lang="en-US" altLang="en-US" dirty="0">
                <a:latin typeface="Arial" panose="020B0604020202020204" pitchFamily="34" charset="0"/>
              </a:rPr>
              <a:t>modernize</a:t>
            </a:r>
            <a:r>
              <a:rPr kumimoji="0" lang="en-US" altLang="en-US" sz="1800" b="0" i="0" u="none" strike="noStrike" cap="none" normalizeH="0" baseline="0" dirty="0">
                <a:ln>
                  <a:noFill/>
                </a:ln>
                <a:solidFill>
                  <a:schemeClr val="tx1"/>
                </a:solidFill>
                <a:effectLst/>
                <a:latin typeface="Arial" panose="020B0604020202020204" pitchFamily="34" charset="0"/>
              </a:rPr>
              <a:t> and simplify the lecturer claim process and experience is the main goal of the CMCS. Monthly claims are often processed by hand using spreadsheets, emails, paper forms, and irregular approval procedures. Delays can come about because of human error which is common or that ther</a:t>
            </a:r>
            <a:r>
              <a:rPr lang="en-US" altLang="en-US" dirty="0">
                <a:latin typeface="Arial" panose="020B0604020202020204" pitchFamily="34" charset="0"/>
              </a:rPr>
              <a:t>e is miscommunication from relevant parties.</a:t>
            </a:r>
            <a:r>
              <a:rPr kumimoji="0" lang="en-US" altLang="en-US" sz="1800" b="0" i="0" u="none" strike="noStrike" cap="none" normalizeH="0" baseline="0" dirty="0">
                <a:ln>
                  <a:noFill/>
                </a:ln>
                <a:solidFill>
                  <a:schemeClr val="tx1"/>
                </a:solidFill>
                <a:effectLst/>
                <a:latin typeface="Arial" panose="020B0604020202020204" pitchFamily="34" charset="0"/>
              </a:rPr>
              <a:t> Misplaced documents, and </a:t>
            </a:r>
            <a:r>
              <a:rPr kumimoji="0" lang="en-US" altLang="en-US" sz="1800" b="0" i="0" u="none" strike="noStrike" cap="none" normalizeH="0" baseline="0" dirty="0" err="1">
                <a:ln>
                  <a:noFill/>
                </a:ln>
                <a:solidFill>
                  <a:schemeClr val="tx1"/>
                </a:solidFill>
                <a:effectLst/>
                <a:latin typeface="Arial" panose="020B0604020202020204" pitchFamily="34" charset="0"/>
              </a:rPr>
              <a:t>unneccessary</a:t>
            </a:r>
            <a:r>
              <a:rPr kumimoji="0" lang="en-US" altLang="en-US" sz="1800" b="0" i="0" u="none" strike="noStrike" cap="none" normalizeH="0" baseline="0" dirty="0">
                <a:ln>
                  <a:noFill/>
                </a:ln>
                <a:solidFill>
                  <a:schemeClr val="tx1"/>
                </a:solidFill>
                <a:effectLst/>
                <a:latin typeface="Arial" panose="020B0604020202020204" pitchFamily="34" charset="0"/>
              </a:rPr>
              <a:t> effort</a:t>
            </a:r>
            <a:r>
              <a:rPr lang="en-US" altLang="en-US" dirty="0">
                <a:latin typeface="Arial" panose="020B0604020202020204" pitchFamily="34" charset="0"/>
              </a:rPr>
              <a:t>s</a:t>
            </a:r>
            <a:r>
              <a:rPr kumimoji="0" lang="en-US" altLang="en-US" sz="1800" b="0" i="0" u="none" strike="noStrike" cap="none" normalizeH="0" baseline="0" dirty="0">
                <a:ln>
                  <a:noFill/>
                </a:ln>
                <a:solidFill>
                  <a:schemeClr val="tx1"/>
                </a:solidFill>
                <a:effectLst/>
                <a:latin typeface="Arial" panose="020B0604020202020204" pitchFamily="34" charset="0"/>
              </a:rPr>
              <a:t> for administrative staff come from old school ways </a:t>
            </a:r>
            <a:r>
              <a:rPr lang="en-US" altLang="en-US" dirty="0">
                <a:latin typeface="Arial" panose="020B0604020202020204" pitchFamily="34" charset="0"/>
              </a:rPr>
              <a:t>of lecturers or any staff member to traditionally submit a claim, is a </a:t>
            </a:r>
            <a:r>
              <a:rPr kumimoji="0" lang="en-US" altLang="en-US" sz="1800" b="0" i="0" u="none" strike="noStrike" cap="none" normalizeH="0" baseline="0" dirty="0">
                <a:ln>
                  <a:noFill/>
                </a:ln>
                <a:solidFill>
                  <a:schemeClr val="tx1"/>
                </a:solidFill>
                <a:effectLst/>
                <a:latin typeface="Arial" panose="020B0604020202020204" pitchFamily="34" charset="0"/>
              </a:rPr>
              <a:t>result from this. But the CMCS web app helps to change that.</a:t>
            </a:r>
          </a:p>
        </p:txBody>
      </p:sp>
      <p:pic>
        <p:nvPicPr>
          <p:cNvPr id="6" name="Picture 5" descr="A screenshot of a computer&#10;&#10;AI-generated content may be incorrect.">
            <a:extLst>
              <a:ext uri="{FF2B5EF4-FFF2-40B4-BE49-F238E27FC236}">
                <a16:creationId xmlns:a16="http://schemas.microsoft.com/office/drawing/2014/main" id="{DD020882-8BD6-E9F3-9A61-92335B7E2DB5}"/>
              </a:ext>
            </a:extLst>
          </p:cNvPr>
          <p:cNvPicPr>
            <a:picLocks noChangeAspect="1"/>
          </p:cNvPicPr>
          <p:nvPr/>
        </p:nvPicPr>
        <p:blipFill>
          <a:blip r:embed="rId2"/>
          <a:stretch>
            <a:fillRect/>
          </a:stretch>
        </p:blipFill>
        <p:spPr>
          <a:xfrm>
            <a:off x="98494" y="3161966"/>
            <a:ext cx="11750171" cy="3765321"/>
          </a:xfrm>
          <a:prstGeom prst="rect">
            <a:avLst/>
          </a:prstGeom>
        </p:spPr>
      </p:pic>
    </p:spTree>
    <p:extLst>
      <p:ext uri="{BB962C8B-B14F-4D97-AF65-F5344CB8AC3E}">
        <p14:creationId xmlns:p14="http://schemas.microsoft.com/office/powerpoint/2010/main" val="238425708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a:t>Purpose cont.</a:t>
            </a:r>
          </a:p>
        </p:txBody>
      </p:sp>
      <p:pic>
        <p:nvPicPr>
          <p:cNvPr id="6" name="Content Placeholder 5" descr="A screenshot of a login screen&#10;&#10;AI-generated content may be incorrect.">
            <a:extLst>
              <a:ext uri="{FF2B5EF4-FFF2-40B4-BE49-F238E27FC236}">
                <a16:creationId xmlns:a16="http://schemas.microsoft.com/office/drawing/2014/main" id="{49B3FA6F-A113-5B37-2F46-3D90084F1A35}"/>
              </a:ext>
            </a:extLst>
          </p:cNvPr>
          <p:cNvPicPr>
            <a:picLocks noGrp="1" noChangeAspect="1"/>
          </p:cNvPicPr>
          <p:nvPr>
            <p:ph sz="half" idx="1"/>
          </p:nvPr>
        </p:nvPicPr>
        <p:blipFill>
          <a:blip r:embed="rId2"/>
          <a:stretch>
            <a:fillRect/>
          </a:stretch>
        </p:blipFill>
        <p:spPr>
          <a:xfrm>
            <a:off x="1159395" y="2227263"/>
            <a:ext cx="4266160" cy="3633787"/>
          </a:xfrm>
        </p:spPr>
      </p:pic>
      <p:sp>
        <p:nvSpPr>
          <p:cNvPr id="8" name="Content Placeholder 7">
            <a:extLst>
              <a:ext uri="{FF2B5EF4-FFF2-40B4-BE49-F238E27FC236}">
                <a16:creationId xmlns:a16="http://schemas.microsoft.com/office/drawing/2014/main" id="{2AB260FE-AC6D-31F7-0532-090AC1B3E3CF}"/>
              </a:ext>
            </a:extLst>
          </p:cNvPr>
          <p:cNvSpPr>
            <a:spLocks noGrp="1"/>
          </p:cNvSpPr>
          <p:nvPr>
            <p:ph sz="half" idx="2"/>
          </p:nvPr>
        </p:nvSpPr>
        <p:spPr>
          <a:xfrm>
            <a:off x="12497253" y="4972300"/>
            <a:ext cx="1428610" cy="678375"/>
          </a:xfrm>
        </p:spPr>
        <p:txBody>
          <a:bodyPr/>
          <a:lstStyle/>
          <a:p>
            <a:endParaRPr lang="en-ZA" dirty="0"/>
          </a:p>
        </p:txBody>
      </p:sp>
      <p:sp>
        <p:nvSpPr>
          <p:cNvPr id="10" name="Rectangle 1">
            <a:extLst>
              <a:ext uri="{FF2B5EF4-FFF2-40B4-BE49-F238E27FC236}">
                <a16:creationId xmlns:a16="http://schemas.microsoft.com/office/drawing/2014/main" id="{F12B0FA0-4825-A826-78F5-7ED89B6CD2F1}"/>
              </a:ext>
            </a:extLst>
          </p:cNvPr>
          <p:cNvSpPr>
            <a:spLocks noChangeArrowheads="1"/>
          </p:cNvSpPr>
          <p:nvPr/>
        </p:nvSpPr>
        <p:spPr bwMode="auto">
          <a:xfrm>
            <a:off x="5703780" y="2361328"/>
            <a:ext cx="560722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By creating a organized ,single digital platform where lecturers can quickly file claims and attach papers, CMCS resolves these problems.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It is simple for managers and coordinators to take a look , accept, or reject the claims.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HR is able to produce accurate payroll records for every  month. </a:t>
            </a:r>
            <a:br>
              <a:rPr kumimoji="0" lang="en-US" altLang="en-US" sz="1800" b="0" i="0" u="none" strike="noStrike" cap="none" normalizeH="0" baseline="0" dirty="0">
                <a:ln>
                  <a:noFill/>
                </a:ln>
                <a:solidFill>
                  <a:schemeClr val="tx1"/>
                </a:solidFill>
                <a:effectLst/>
                <a:latin typeface="Arial" panose="020B0604020202020204" pitchFamily="34" charset="0"/>
              </a:rPr>
            </a:b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entire procedure becomes simple, audit-friendly, and </a:t>
            </a:r>
            <a:r>
              <a:rPr lang="en-US" altLang="en-US" dirty="0">
                <a:latin typeface="Arial" panose="020B0604020202020204" pitchFamily="34" charset="0"/>
              </a:rPr>
              <a:t>very easy to </a:t>
            </a:r>
            <a:r>
              <a:rPr kumimoji="0" lang="en-US" altLang="en-US" sz="1800" b="0" i="0" u="none" strike="noStrike" cap="none" normalizeH="0" baseline="0" dirty="0">
                <a:ln>
                  <a:noFill/>
                </a:ln>
                <a:solidFill>
                  <a:schemeClr val="tx1"/>
                </a:solidFill>
                <a:effectLst/>
                <a:latin typeface="Arial" panose="020B0604020202020204" pitchFamily="34" charset="0"/>
              </a:rPr>
              <a:t>trace.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To put it shortly, CMCS gives the monthly claim workflow structure, automation, and control.</a:t>
            </a:r>
          </a:p>
        </p:txBody>
      </p:sp>
    </p:spTree>
    <p:extLst>
      <p:ext uri="{BB962C8B-B14F-4D97-AF65-F5344CB8AC3E}">
        <p14:creationId xmlns:p14="http://schemas.microsoft.com/office/powerpoint/2010/main" val="49760754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D3503-FDF6-0F73-ADBB-5C5920E190AE}"/>
              </a:ext>
            </a:extLst>
          </p:cNvPr>
          <p:cNvSpPr>
            <a:spLocks noGrp="1"/>
          </p:cNvSpPr>
          <p:nvPr>
            <p:ph type="title"/>
          </p:nvPr>
        </p:nvSpPr>
        <p:spPr/>
        <p:txBody>
          <a:bodyPr/>
          <a:lstStyle/>
          <a:p>
            <a:r>
              <a:rPr lang="en-ZA" dirty="0"/>
              <a:t>System and TOOLS</a:t>
            </a:r>
          </a:p>
        </p:txBody>
      </p:sp>
      <p:sp>
        <p:nvSpPr>
          <p:cNvPr id="3" name="TextBox 2">
            <a:extLst>
              <a:ext uri="{FF2B5EF4-FFF2-40B4-BE49-F238E27FC236}">
                <a16:creationId xmlns:a16="http://schemas.microsoft.com/office/drawing/2014/main" id="{F892B8F0-D457-A501-8A72-54E1C2784617}"/>
              </a:ext>
            </a:extLst>
          </p:cNvPr>
          <p:cNvSpPr txBox="1"/>
          <p:nvPr/>
        </p:nvSpPr>
        <p:spPr>
          <a:xfrm>
            <a:off x="479685" y="2173574"/>
            <a:ext cx="11122702" cy="1477328"/>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A selection of modern web technologies were selected for dependability, scalability, and ease of development, and they were used in the development of this CMCS web app.</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Entity Framework Core is used to communicate with the SQL database. Instead of writing manual SQL queries, EF Core handles data mapping for.</a:t>
            </a:r>
            <a:br>
              <a:rPr lang="en-US" dirty="0">
                <a:latin typeface="Calibri" panose="020F0502020204030204" pitchFamily="34" charset="0"/>
                <a:ea typeface="Calibri" panose="020F0502020204030204" pitchFamily="34" charset="0"/>
                <a:cs typeface="Calibri" panose="020F0502020204030204" pitchFamily="34" charset="0"/>
              </a:rPr>
            </a:br>
            <a:endParaRPr lang="en-ZA"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screenshot of a computer program&#10;&#10;AI-generated content may be incorrect.">
            <a:extLst>
              <a:ext uri="{FF2B5EF4-FFF2-40B4-BE49-F238E27FC236}">
                <a16:creationId xmlns:a16="http://schemas.microsoft.com/office/drawing/2014/main" id="{2BE24B1B-4495-2A71-C705-9F4ED7FF88D4}"/>
              </a:ext>
            </a:extLst>
          </p:cNvPr>
          <p:cNvPicPr>
            <a:picLocks noChangeAspect="1"/>
          </p:cNvPicPr>
          <p:nvPr/>
        </p:nvPicPr>
        <p:blipFill>
          <a:blip r:embed="rId2"/>
          <a:stretch>
            <a:fillRect/>
          </a:stretch>
        </p:blipFill>
        <p:spPr>
          <a:xfrm>
            <a:off x="479684" y="3650902"/>
            <a:ext cx="3582649" cy="2225242"/>
          </a:xfrm>
          <a:prstGeom prst="rect">
            <a:avLst/>
          </a:prstGeom>
        </p:spPr>
      </p:pic>
      <p:sp>
        <p:nvSpPr>
          <p:cNvPr id="6" name="TextBox 5">
            <a:extLst>
              <a:ext uri="{FF2B5EF4-FFF2-40B4-BE49-F238E27FC236}">
                <a16:creationId xmlns:a16="http://schemas.microsoft.com/office/drawing/2014/main" id="{A70BF0DF-7EE1-4968-8211-2FDF1A776294}"/>
              </a:ext>
            </a:extLst>
          </p:cNvPr>
          <p:cNvSpPr txBox="1"/>
          <p:nvPr/>
        </p:nvSpPr>
        <p:spPr>
          <a:xfrm>
            <a:off x="4467069" y="3792511"/>
            <a:ext cx="4497049" cy="923330"/>
          </a:xfrm>
          <a:prstGeom prst="rect">
            <a:avLst/>
          </a:prstGeom>
          <a:noFill/>
        </p:spPr>
        <p:txBody>
          <a:bodyPr wrap="square" rtlCol="0">
            <a:spAutoFit/>
          </a:bodyPr>
          <a:lstStyle/>
          <a:p>
            <a:r>
              <a:rPr lang="en-ZA" dirty="0">
                <a:latin typeface="Calibri" panose="020F0502020204030204" pitchFamily="34" charset="0"/>
                <a:ea typeface="Calibri" panose="020F0502020204030204" pitchFamily="34" charset="0"/>
                <a:cs typeface="Calibri" panose="020F0502020204030204" pitchFamily="34" charset="0"/>
              </a:rPr>
              <a:t>Migrations folder with the relevant table data ,which helps the web app with fetching data for different functionality</a:t>
            </a:r>
          </a:p>
        </p:txBody>
      </p:sp>
    </p:spTree>
    <p:extLst>
      <p:ext uri="{BB962C8B-B14F-4D97-AF65-F5344CB8AC3E}">
        <p14:creationId xmlns:p14="http://schemas.microsoft.com/office/powerpoint/2010/main" val="429460889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35C92D-4902-0FC5-F987-5730F3FDB551}"/>
              </a:ext>
            </a:extLst>
          </p:cNvPr>
          <p:cNvSpPr txBox="1"/>
          <p:nvPr/>
        </p:nvSpPr>
        <p:spPr>
          <a:xfrm>
            <a:off x="7662353" y="1109273"/>
            <a:ext cx="4262322" cy="4524315"/>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 The SQL server is used to  store everything like, users, lecturer details, claims, roles, and approval statuses. And for authentication of the throughout the web app, I made use of sessions which is responsible for keeping track of logged-in users. This ensures that each user only sees what their role allows. This is managed by having a Login method , so that once a user is logged in they do what they are authorized to do the they logout. For example a lecturer can only create a claim , they are not allowed to also then approve a claim, and that is managed through sessions.</a:t>
            </a:r>
            <a:br>
              <a:rPr lang="en-US" dirty="0">
                <a:latin typeface="Calibri" panose="020F0502020204030204" pitchFamily="34" charset="0"/>
                <a:ea typeface="Calibri" panose="020F0502020204030204" pitchFamily="34" charset="0"/>
                <a:cs typeface="Calibri" panose="020F0502020204030204" pitchFamily="34" charset="0"/>
              </a:rPr>
            </a:br>
            <a:endParaRPr lang="en-ZA"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A screen shot of a computer program&#10;&#10;AI-generated content may be incorrect.">
            <a:extLst>
              <a:ext uri="{FF2B5EF4-FFF2-40B4-BE49-F238E27FC236}">
                <a16:creationId xmlns:a16="http://schemas.microsoft.com/office/drawing/2014/main" id="{F287474B-856D-D7D7-D48F-58238EEBF8A6}"/>
              </a:ext>
            </a:extLst>
          </p:cNvPr>
          <p:cNvPicPr>
            <a:picLocks noChangeAspect="1"/>
          </p:cNvPicPr>
          <p:nvPr/>
        </p:nvPicPr>
        <p:blipFill>
          <a:blip r:embed="rId2"/>
          <a:stretch>
            <a:fillRect/>
          </a:stretch>
        </p:blipFill>
        <p:spPr>
          <a:xfrm>
            <a:off x="422343" y="718825"/>
            <a:ext cx="7240010" cy="5029902"/>
          </a:xfrm>
          <a:prstGeom prst="rect">
            <a:avLst/>
          </a:prstGeom>
        </p:spPr>
      </p:pic>
    </p:spTree>
    <p:extLst>
      <p:ext uri="{BB962C8B-B14F-4D97-AF65-F5344CB8AC3E}">
        <p14:creationId xmlns:p14="http://schemas.microsoft.com/office/powerpoint/2010/main" val="21161218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B55842-1B80-8CBE-24B5-4FAFFEF5095A}"/>
              </a:ext>
            </a:extLst>
          </p:cNvPr>
          <p:cNvSpPr txBox="1"/>
          <p:nvPr/>
        </p:nvSpPr>
        <p:spPr>
          <a:xfrm>
            <a:off x="464694" y="5021705"/>
            <a:ext cx="9848538" cy="1754326"/>
          </a:xfrm>
          <a:prstGeom prst="rect">
            <a:avLst/>
          </a:prstGeom>
          <a:noFill/>
        </p:spPr>
        <p:txBody>
          <a:bodyPr wrap="square" rtlCol="0">
            <a:spAutoFit/>
          </a:bodyPr>
          <a:lstStyle/>
          <a:p>
            <a:r>
              <a:rPr lang="en-US" dirty="0"/>
              <a:t>• Tailwind CSS &amp; Material Design Icons was used so that I could have a clean, modern, and responsive UI design.</a:t>
            </a:r>
            <a:br>
              <a:rPr lang="en-US" dirty="0"/>
            </a:br>
            <a:r>
              <a:rPr lang="en-US" dirty="0"/>
              <a:t>• File Uploading System – Allows lecturers to submit proof documents such as PDFs, Word, or Excel files.</a:t>
            </a:r>
            <a:br>
              <a:rPr lang="en-US" dirty="0"/>
            </a:br>
            <a:r>
              <a:rPr lang="en-US" dirty="0"/>
              <a:t>• Role-Based Navigation – Each role (Lecturer, Coordinator, Manager, HR) receives a custom dashboard layout to guide them through their responsibilities</a:t>
            </a:r>
            <a:endParaRPr lang="en-ZA"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A computer screen shot of a program code&#10;&#10;AI-generated content may be incorrect.">
            <a:extLst>
              <a:ext uri="{FF2B5EF4-FFF2-40B4-BE49-F238E27FC236}">
                <a16:creationId xmlns:a16="http://schemas.microsoft.com/office/drawing/2014/main" id="{5AD89748-AB83-4AAC-3C20-898ADE4DF2FE}"/>
              </a:ext>
            </a:extLst>
          </p:cNvPr>
          <p:cNvPicPr>
            <a:picLocks noChangeAspect="1"/>
          </p:cNvPicPr>
          <p:nvPr/>
        </p:nvPicPr>
        <p:blipFill>
          <a:blip r:embed="rId2"/>
          <a:stretch>
            <a:fillRect/>
          </a:stretch>
        </p:blipFill>
        <p:spPr>
          <a:xfrm>
            <a:off x="930055" y="678806"/>
            <a:ext cx="6849841" cy="2064393"/>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B55C0CF1-96BC-5E06-5F1F-F3AAA85955A5}"/>
              </a:ext>
            </a:extLst>
          </p:cNvPr>
          <p:cNvPicPr>
            <a:picLocks noChangeAspect="1"/>
          </p:cNvPicPr>
          <p:nvPr/>
        </p:nvPicPr>
        <p:blipFill>
          <a:blip r:embed="rId3"/>
          <a:stretch>
            <a:fillRect/>
          </a:stretch>
        </p:blipFill>
        <p:spPr>
          <a:xfrm>
            <a:off x="434715" y="2894345"/>
            <a:ext cx="5410955" cy="1171739"/>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DE46F594-A8C9-9E3D-69EE-E06E2847E24C}"/>
              </a:ext>
            </a:extLst>
          </p:cNvPr>
          <p:cNvPicPr>
            <a:picLocks noChangeAspect="1"/>
          </p:cNvPicPr>
          <p:nvPr/>
        </p:nvPicPr>
        <p:blipFill>
          <a:blip r:embed="rId4"/>
          <a:stretch>
            <a:fillRect/>
          </a:stretch>
        </p:blipFill>
        <p:spPr>
          <a:xfrm>
            <a:off x="6081011" y="3286419"/>
            <a:ext cx="6020640" cy="1257475"/>
          </a:xfrm>
          <a:prstGeom prst="rect">
            <a:avLst/>
          </a:prstGeom>
        </p:spPr>
      </p:pic>
    </p:spTree>
    <p:extLst>
      <p:ext uri="{BB962C8B-B14F-4D97-AF65-F5344CB8AC3E}">
        <p14:creationId xmlns:p14="http://schemas.microsoft.com/office/powerpoint/2010/main" val="1524438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4BDB38-4A9E-4148-C95E-97DE7A32E8C2}"/>
              </a:ext>
            </a:extLst>
          </p:cNvPr>
          <p:cNvPicPr>
            <a:picLocks noChangeAspect="1"/>
          </p:cNvPicPr>
          <p:nvPr/>
        </p:nvPicPr>
        <p:blipFill>
          <a:blip r:embed="rId2"/>
          <a:stretch>
            <a:fillRect/>
          </a:stretch>
        </p:blipFill>
        <p:spPr>
          <a:xfrm>
            <a:off x="236070" y="651573"/>
            <a:ext cx="7492633" cy="3426249"/>
          </a:xfrm>
          <a:prstGeom prst="rect">
            <a:avLst/>
          </a:prstGeom>
        </p:spPr>
      </p:pic>
      <p:sp>
        <p:nvSpPr>
          <p:cNvPr id="3" name="TextBox 2">
            <a:extLst>
              <a:ext uri="{FF2B5EF4-FFF2-40B4-BE49-F238E27FC236}">
                <a16:creationId xmlns:a16="http://schemas.microsoft.com/office/drawing/2014/main" id="{37BE3566-CB1E-ACE4-A5FB-F1B634DFEDC7}"/>
              </a:ext>
            </a:extLst>
          </p:cNvPr>
          <p:cNvSpPr txBox="1"/>
          <p:nvPr/>
        </p:nvSpPr>
        <p:spPr>
          <a:xfrm>
            <a:off x="8019738" y="1004341"/>
            <a:ext cx="2623278" cy="369332"/>
          </a:xfrm>
          <a:prstGeom prst="rect">
            <a:avLst/>
          </a:prstGeom>
          <a:noFill/>
        </p:spPr>
        <p:txBody>
          <a:bodyPr wrap="square" rtlCol="0">
            <a:spAutoFit/>
          </a:bodyPr>
          <a:lstStyle/>
          <a:p>
            <a:r>
              <a:rPr lang="en-ZA" dirty="0"/>
              <a:t>Role Based navigation</a:t>
            </a:r>
          </a:p>
        </p:txBody>
      </p:sp>
      <p:pic>
        <p:nvPicPr>
          <p:cNvPr id="5" name="Picture 4" descr="A screenshot of a computer program&#10;&#10;AI-generated content may be incorrect.">
            <a:extLst>
              <a:ext uri="{FF2B5EF4-FFF2-40B4-BE49-F238E27FC236}">
                <a16:creationId xmlns:a16="http://schemas.microsoft.com/office/drawing/2014/main" id="{00E2BC4B-D994-242D-BFF6-29102CDB04BE}"/>
              </a:ext>
            </a:extLst>
          </p:cNvPr>
          <p:cNvPicPr>
            <a:picLocks noChangeAspect="1"/>
          </p:cNvPicPr>
          <p:nvPr/>
        </p:nvPicPr>
        <p:blipFill>
          <a:blip r:embed="rId3"/>
          <a:stretch>
            <a:fillRect/>
          </a:stretch>
        </p:blipFill>
        <p:spPr>
          <a:xfrm>
            <a:off x="4118706" y="4534783"/>
            <a:ext cx="7802064" cy="1895740"/>
          </a:xfrm>
          <a:prstGeom prst="rect">
            <a:avLst/>
          </a:prstGeom>
        </p:spPr>
      </p:pic>
      <p:sp>
        <p:nvSpPr>
          <p:cNvPr id="6" name="TextBox 5">
            <a:extLst>
              <a:ext uri="{FF2B5EF4-FFF2-40B4-BE49-F238E27FC236}">
                <a16:creationId xmlns:a16="http://schemas.microsoft.com/office/drawing/2014/main" id="{A9941853-B7B2-8898-E2B2-C836679E3503}"/>
              </a:ext>
            </a:extLst>
          </p:cNvPr>
          <p:cNvSpPr txBox="1"/>
          <p:nvPr/>
        </p:nvSpPr>
        <p:spPr>
          <a:xfrm>
            <a:off x="404734" y="4661941"/>
            <a:ext cx="2983043" cy="369332"/>
          </a:xfrm>
          <a:prstGeom prst="rect">
            <a:avLst/>
          </a:prstGeom>
          <a:noFill/>
        </p:spPr>
        <p:txBody>
          <a:bodyPr wrap="square" rtlCol="0">
            <a:spAutoFit/>
          </a:bodyPr>
          <a:lstStyle/>
          <a:p>
            <a:r>
              <a:rPr lang="en-ZA" dirty="0"/>
              <a:t>File uploading system</a:t>
            </a:r>
          </a:p>
        </p:txBody>
      </p:sp>
    </p:spTree>
    <p:extLst>
      <p:ext uri="{BB962C8B-B14F-4D97-AF65-F5344CB8AC3E}">
        <p14:creationId xmlns:p14="http://schemas.microsoft.com/office/powerpoint/2010/main" val="18169851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1DF4D-195E-6F47-1533-B9B934BF20AE}"/>
              </a:ext>
            </a:extLst>
          </p:cNvPr>
          <p:cNvSpPr>
            <a:spLocks noGrp="1"/>
          </p:cNvSpPr>
          <p:nvPr>
            <p:ph type="title"/>
          </p:nvPr>
        </p:nvSpPr>
        <p:spPr/>
        <p:txBody>
          <a:bodyPr/>
          <a:lstStyle/>
          <a:p>
            <a:r>
              <a:rPr lang="en-ZA" dirty="0"/>
              <a:t>VIEWS</a:t>
            </a:r>
          </a:p>
        </p:txBody>
      </p:sp>
      <p:sp>
        <p:nvSpPr>
          <p:cNvPr id="3" name="TextBox 2">
            <a:extLst>
              <a:ext uri="{FF2B5EF4-FFF2-40B4-BE49-F238E27FC236}">
                <a16:creationId xmlns:a16="http://schemas.microsoft.com/office/drawing/2014/main" id="{E6F18DF3-DF61-850D-9FFA-F5855D1FDBD7}"/>
              </a:ext>
            </a:extLst>
          </p:cNvPr>
          <p:cNvSpPr txBox="1"/>
          <p:nvPr/>
        </p:nvSpPr>
        <p:spPr>
          <a:xfrm>
            <a:off x="575895" y="2113613"/>
            <a:ext cx="5520106" cy="3416320"/>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Lecturer Dashboard: </a:t>
            </a:r>
          </a:p>
          <a:p>
            <a:r>
              <a:rPr lang="en-US" dirty="0">
                <a:latin typeface="Calibri" panose="020F0502020204030204" pitchFamily="34" charset="0"/>
                <a:ea typeface="Calibri" panose="020F0502020204030204" pitchFamily="34" charset="0"/>
                <a:cs typeface="Calibri" panose="020F0502020204030204" pitchFamily="34" charset="0"/>
              </a:rPr>
              <a:t>This acts as the lecturer's home screen. It offers a look into into claim statuses and shortcuts to commonly used actions.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Submit Claim – Is used to allow lectures to submit their claims. The Lecturer would enter their hours worked, add some notes, and upload supporting documents then that’s their claim done. </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My Claims – Is used to show lecturers all their claims, including their status of completion, whether they are still pending, approved, or rejected. Each claim includes detailed timestamps.</a:t>
            </a:r>
            <a:endParaRPr lang="en-ZA"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2845BBE-EEF3-F492-1EDA-2482319F3B1B}"/>
              </a:ext>
            </a:extLst>
          </p:cNvPr>
          <p:cNvPicPr>
            <a:picLocks noChangeAspect="1"/>
          </p:cNvPicPr>
          <p:nvPr/>
        </p:nvPicPr>
        <p:blipFill>
          <a:blip r:embed="rId2"/>
          <a:stretch>
            <a:fillRect/>
          </a:stretch>
        </p:blipFill>
        <p:spPr>
          <a:xfrm>
            <a:off x="6085403" y="2113613"/>
            <a:ext cx="5831777" cy="4014729"/>
          </a:xfrm>
          <a:prstGeom prst="rect">
            <a:avLst/>
          </a:prstGeom>
        </p:spPr>
      </p:pic>
    </p:spTree>
    <p:extLst>
      <p:ext uri="{BB962C8B-B14F-4D97-AF65-F5344CB8AC3E}">
        <p14:creationId xmlns:p14="http://schemas.microsoft.com/office/powerpoint/2010/main" val="272529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program&#10;&#10;AI-generated content may be incorrect.">
            <a:extLst>
              <a:ext uri="{FF2B5EF4-FFF2-40B4-BE49-F238E27FC236}">
                <a16:creationId xmlns:a16="http://schemas.microsoft.com/office/drawing/2014/main" id="{C00E27A9-DB4D-EC51-E5F0-97183F345433}"/>
              </a:ext>
            </a:extLst>
          </p:cNvPr>
          <p:cNvPicPr>
            <a:picLocks noChangeAspect="1"/>
          </p:cNvPicPr>
          <p:nvPr/>
        </p:nvPicPr>
        <p:blipFill>
          <a:blip r:embed="rId2"/>
          <a:stretch>
            <a:fillRect/>
          </a:stretch>
        </p:blipFill>
        <p:spPr>
          <a:xfrm>
            <a:off x="1603948" y="1049311"/>
            <a:ext cx="7015396" cy="49017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3436417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shot of code&#10;&#10;AI-generated content may be incorrect.">
            <a:extLst>
              <a:ext uri="{FF2B5EF4-FFF2-40B4-BE49-F238E27FC236}">
                <a16:creationId xmlns:a16="http://schemas.microsoft.com/office/drawing/2014/main" id="{6D4421C1-A890-1E8B-0FD3-A16137060EBE}"/>
              </a:ext>
            </a:extLst>
          </p:cNvPr>
          <p:cNvPicPr>
            <a:picLocks noChangeAspect="1"/>
          </p:cNvPicPr>
          <p:nvPr/>
        </p:nvPicPr>
        <p:blipFill>
          <a:blip r:embed="rId2"/>
          <a:stretch>
            <a:fillRect/>
          </a:stretch>
        </p:blipFill>
        <p:spPr>
          <a:xfrm>
            <a:off x="170199" y="655288"/>
            <a:ext cx="5611008" cy="4258269"/>
          </a:xfrm>
          <a:prstGeom prst="rect">
            <a:avLst/>
          </a:prstGeom>
        </p:spPr>
      </p:pic>
      <p:pic>
        <p:nvPicPr>
          <p:cNvPr id="4" name="Picture 3">
            <a:extLst>
              <a:ext uri="{FF2B5EF4-FFF2-40B4-BE49-F238E27FC236}">
                <a16:creationId xmlns:a16="http://schemas.microsoft.com/office/drawing/2014/main" id="{CC7D8845-6C4A-D500-727B-27A62956746C}"/>
              </a:ext>
            </a:extLst>
          </p:cNvPr>
          <p:cNvPicPr>
            <a:picLocks noChangeAspect="1"/>
          </p:cNvPicPr>
          <p:nvPr/>
        </p:nvPicPr>
        <p:blipFill>
          <a:blip r:embed="rId3"/>
          <a:stretch>
            <a:fillRect/>
          </a:stretch>
        </p:blipFill>
        <p:spPr>
          <a:xfrm>
            <a:off x="5803342" y="2784422"/>
            <a:ext cx="6218459" cy="3999323"/>
          </a:xfrm>
          <a:prstGeom prst="rect">
            <a:avLst/>
          </a:prstGeom>
        </p:spPr>
      </p:pic>
    </p:spTree>
    <p:extLst>
      <p:ext uri="{BB962C8B-B14F-4D97-AF65-F5344CB8AC3E}">
        <p14:creationId xmlns:p14="http://schemas.microsoft.com/office/powerpoint/2010/main" val="6590324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CD5EB1-694C-6ED9-F27B-13A8FCE4C88B}"/>
              </a:ext>
            </a:extLst>
          </p:cNvPr>
          <p:cNvSpPr txBox="1"/>
          <p:nvPr/>
        </p:nvSpPr>
        <p:spPr>
          <a:xfrm>
            <a:off x="704538" y="1094282"/>
            <a:ext cx="4542019" cy="2308324"/>
          </a:xfrm>
          <a:prstGeom prst="rect">
            <a:avLst/>
          </a:prstGeom>
          <a:noFill/>
        </p:spPr>
        <p:txBody>
          <a:bodyPr wrap="square" rtlCol="0">
            <a:spAutoFit/>
          </a:bodyPr>
          <a:lstStyle/>
          <a:p>
            <a:r>
              <a:rPr lang="en-US" dirty="0"/>
              <a:t>• </a:t>
            </a:r>
            <a:r>
              <a:rPr lang="en-US" dirty="0">
                <a:latin typeface="Calibri" panose="020F0502020204030204" pitchFamily="34" charset="0"/>
                <a:ea typeface="Calibri" panose="020F0502020204030204" pitchFamily="34" charset="0"/>
                <a:cs typeface="Calibri" panose="020F0502020204030204" pitchFamily="34" charset="0"/>
              </a:rPr>
              <a:t>Manager Dashboard: Similar to the coordinator’s view but with extended authority for final review.</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Filtering Options – Managers can switch between Pending, Approved, or Rejected claims to easily manage high volumes of submissions.</a:t>
            </a:r>
            <a:endParaRPr lang="en-ZA" dirty="0">
              <a:latin typeface="Calibri" panose="020F0502020204030204" pitchFamily="34" charset="0"/>
              <a:ea typeface="Calibri" panose="020F0502020204030204" pitchFamily="34" charset="0"/>
              <a:cs typeface="Calibri" panose="020F0502020204030204" pitchFamily="34" charset="0"/>
            </a:endParaRPr>
          </a:p>
          <a:p>
            <a:endParaRPr lang="en-ZA" dirty="0"/>
          </a:p>
        </p:txBody>
      </p:sp>
      <p:pic>
        <p:nvPicPr>
          <p:cNvPr id="6" name="Picture 5" descr="A screenshot of a computer&#10;&#10;AI-generated content may be incorrect.">
            <a:extLst>
              <a:ext uri="{FF2B5EF4-FFF2-40B4-BE49-F238E27FC236}">
                <a16:creationId xmlns:a16="http://schemas.microsoft.com/office/drawing/2014/main" id="{750030D4-7F81-213D-7798-9E7D7FF4821D}"/>
              </a:ext>
            </a:extLst>
          </p:cNvPr>
          <p:cNvPicPr>
            <a:picLocks noChangeAspect="1"/>
          </p:cNvPicPr>
          <p:nvPr/>
        </p:nvPicPr>
        <p:blipFill>
          <a:blip r:embed="rId2"/>
          <a:stretch>
            <a:fillRect/>
          </a:stretch>
        </p:blipFill>
        <p:spPr>
          <a:xfrm>
            <a:off x="678682" y="4412111"/>
            <a:ext cx="9135750" cy="2191056"/>
          </a:xfrm>
          <a:prstGeom prst="rect">
            <a:avLst/>
          </a:prstGeom>
          <a:ln w="228600" cap="sq" cmpd="thickThin">
            <a:solidFill>
              <a:srgbClr val="000000"/>
            </a:solidFill>
            <a:prstDash val="solid"/>
            <a:miter lim="800000"/>
          </a:ln>
          <a:effectLst>
            <a:innerShdw blurRad="76200">
              <a:srgbClr val="000000"/>
            </a:innerShdw>
          </a:effectLst>
        </p:spPr>
      </p:pic>
      <p:pic>
        <p:nvPicPr>
          <p:cNvPr id="8" name="Picture 7" descr="A computer screen with text and images&#10;&#10;AI-generated content may be incorrect.">
            <a:extLst>
              <a:ext uri="{FF2B5EF4-FFF2-40B4-BE49-F238E27FC236}">
                <a16:creationId xmlns:a16="http://schemas.microsoft.com/office/drawing/2014/main" id="{641F5FB1-2CFD-B6AC-B2F7-AAC7030CED93}"/>
              </a:ext>
            </a:extLst>
          </p:cNvPr>
          <p:cNvPicPr>
            <a:picLocks noChangeAspect="1"/>
          </p:cNvPicPr>
          <p:nvPr/>
        </p:nvPicPr>
        <p:blipFill>
          <a:blip r:embed="rId3"/>
          <a:stretch>
            <a:fillRect/>
          </a:stretch>
        </p:blipFill>
        <p:spPr>
          <a:xfrm>
            <a:off x="6096000" y="656553"/>
            <a:ext cx="4542019" cy="3485735"/>
          </a:xfrm>
          <a:prstGeom prst="rect">
            <a:avLst/>
          </a:prstGeom>
        </p:spPr>
      </p:pic>
    </p:spTree>
    <p:extLst>
      <p:ext uri="{BB962C8B-B14F-4D97-AF65-F5344CB8AC3E}">
        <p14:creationId xmlns:p14="http://schemas.microsoft.com/office/powerpoint/2010/main" val="337795811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985FC8-8588-25BF-80BE-A2830F92FFFD}"/>
              </a:ext>
            </a:extLst>
          </p:cNvPr>
          <p:cNvSpPr txBox="1"/>
          <p:nvPr/>
        </p:nvSpPr>
        <p:spPr>
          <a:xfrm>
            <a:off x="584616" y="974361"/>
            <a:ext cx="10358204" cy="1754326"/>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 HR Dashboard: This is to give the HR team a broad overview of the systems activity and of the approved claims.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User Manager: HR can add new lecturers, coordinators, managers, and HR members.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Reports: HR can generate filtered date‑range reports for payroll processing.</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Invoices: A dedicated area for financial recordkeeping linked to completed claims</a:t>
            </a:r>
            <a:r>
              <a:rPr lang="en-US" dirty="0"/>
              <a:t>.</a:t>
            </a:r>
            <a:endParaRPr lang="en-ZA" dirty="0"/>
          </a:p>
          <a:p>
            <a:endParaRPr lang="en-ZA" dirty="0"/>
          </a:p>
        </p:txBody>
      </p:sp>
      <p:pic>
        <p:nvPicPr>
          <p:cNvPr id="6" name="Picture 5" descr="A screenshot of a computer&#10;&#10;AI-generated content may be incorrect.">
            <a:extLst>
              <a:ext uri="{FF2B5EF4-FFF2-40B4-BE49-F238E27FC236}">
                <a16:creationId xmlns:a16="http://schemas.microsoft.com/office/drawing/2014/main" id="{23727FDE-B914-7003-162A-447560C956F4}"/>
              </a:ext>
            </a:extLst>
          </p:cNvPr>
          <p:cNvPicPr>
            <a:picLocks noChangeAspect="1"/>
          </p:cNvPicPr>
          <p:nvPr/>
        </p:nvPicPr>
        <p:blipFill>
          <a:blip r:embed="rId2"/>
          <a:stretch>
            <a:fillRect/>
          </a:stretch>
        </p:blipFill>
        <p:spPr>
          <a:xfrm>
            <a:off x="0" y="2798678"/>
            <a:ext cx="12192000" cy="3215268"/>
          </a:xfrm>
          <a:prstGeom prst="rect">
            <a:avLst/>
          </a:prstGeom>
        </p:spPr>
      </p:pic>
    </p:spTree>
    <p:extLst>
      <p:ext uri="{BB962C8B-B14F-4D97-AF65-F5344CB8AC3E}">
        <p14:creationId xmlns:p14="http://schemas.microsoft.com/office/powerpoint/2010/main" val="37735714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DBB0E-6F09-57D8-D3AB-FF656A46ED81}"/>
              </a:ext>
            </a:extLst>
          </p:cNvPr>
          <p:cNvSpPr>
            <a:spLocks noGrp="1"/>
          </p:cNvSpPr>
          <p:nvPr>
            <p:ph type="title"/>
          </p:nvPr>
        </p:nvSpPr>
        <p:spPr/>
        <p:txBody>
          <a:bodyPr/>
          <a:lstStyle/>
          <a:p>
            <a:r>
              <a:rPr lang="en-ZA" dirty="0"/>
              <a:t>Key features</a:t>
            </a:r>
          </a:p>
        </p:txBody>
      </p:sp>
      <p:sp>
        <p:nvSpPr>
          <p:cNvPr id="3" name="TextBox 2">
            <a:extLst>
              <a:ext uri="{FF2B5EF4-FFF2-40B4-BE49-F238E27FC236}">
                <a16:creationId xmlns:a16="http://schemas.microsoft.com/office/drawing/2014/main" id="{90F714C8-2213-C482-B9B1-11A087D0F6A3}"/>
              </a:ext>
            </a:extLst>
          </p:cNvPr>
          <p:cNvSpPr txBox="1"/>
          <p:nvPr/>
        </p:nvSpPr>
        <p:spPr>
          <a:xfrm>
            <a:off x="575894" y="2158584"/>
            <a:ext cx="9392565" cy="2308324"/>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Secure Login – Password hashing ensures user credentials remain protected.</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Session Storage – After login, sessions store user IDs and roles to control navigation.</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EF Core Include() – Allows the system to load lecturer details directly with claims.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Upload Validation – Ensures only valid document types are accepted.</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Role-Based Views – Each dashboard is generated dynamically based on the user’s role.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 Approval Workflow Logic – Claims transition smoothly across statuses through clean controller actions.</a:t>
            </a:r>
            <a:endParaRPr lang="en-ZA" dirty="0">
              <a:latin typeface="Calibri" panose="020F0502020204030204" pitchFamily="34" charset="0"/>
              <a:ea typeface="Calibri" panose="020F0502020204030204" pitchFamily="34" charset="0"/>
              <a:cs typeface="Calibri" panose="020F0502020204030204" pitchFamily="34" charset="0"/>
            </a:endParaRPr>
          </a:p>
          <a:p>
            <a:endParaRPr lang="en-ZA" dirty="0"/>
          </a:p>
        </p:txBody>
      </p:sp>
      <p:sp>
        <p:nvSpPr>
          <p:cNvPr id="4" name="TextBox 3">
            <a:extLst>
              <a:ext uri="{FF2B5EF4-FFF2-40B4-BE49-F238E27FC236}">
                <a16:creationId xmlns:a16="http://schemas.microsoft.com/office/drawing/2014/main" id="{F8059A8C-264F-4B61-4488-CCDE2EAB3A39}"/>
              </a:ext>
            </a:extLst>
          </p:cNvPr>
          <p:cNvSpPr txBox="1"/>
          <p:nvPr/>
        </p:nvSpPr>
        <p:spPr>
          <a:xfrm>
            <a:off x="689548" y="4646951"/>
            <a:ext cx="7180288" cy="369332"/>
          </a:xfrm>
          <a:prstGeom prst="rect">
            <a:avLst/>
          </a:prstGeom>
          <a:noFill/>
        </p:spPr>
        <p:txBody>
          <a:bodyPr wrap="square" rtlCol="0">
            <a:spAutoFit/>
          </a:bodyPr>
          <a:lstStyle/>
          <a:p>
            <a:r>
              <a:rPr lang="en-ZA" dirty="0" err="1"/>
              <a:t>Youtube</a:t>
            </a:r>
            <a:r>
              <a:rPr lang="en-ZA"/>
              <a:t> link: </a:t>
            </a:r>
            <a:r>
              <a:rPr lang="en-ZA">
                <a:hlinkClick r:id="rId2"/>
              </a:rPr>
              <a:t>https://youtu.be/h61cbrlTth8</a:t>
            </a:r>
            <a:r>
              <a:rPr lang="en-ZA"/>
              <a:t> </a:t>
            </a:r>
          </a:p>
        </p:txBody>
      </p:sp>
    </p:spTree>
    <p:extLst>
      <p:ext uri="{BB962C8B-B14F-4D97-AF65-F5344CB8AC3E}">
        <p14:creationId xmlns:p14="http://schemas.microsoft.com/office/powerpoint/2010/main" val="26727378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128</TotalTime>
  <Words>920</Words>
  <Application>Microsoft Office PowerPoint</Application>
  <PresentationFormat>Widescreen</PresentationFormat>
  <Paragraphs>24</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Gill Sans MT</vt:lpstr>
      <vt:lpstr>Wingdings 2</vt:lpstr>
      <vt:lpstr>Custom</vt:lpstr>
      <vt:lpstr>Web app design</vt:lpstr>
      <vt:lpstr>PowerPoint Presentation</vt:lpstr>
      <vt:lpstr>PowerPoint Presentation</vt:lpstr>
      <vt:lpstr>PowerPoint Presentation</vt:lpstr>
      <vt:lpstr>Purpose cont.</vt:lpstr>
      <vt:lpstr>System and TOOLS</vt:lpstr>
      <vt:lpstr>PowerPoint Presentation</vt:lpstr>
      <vt:lpstr>PowerPoint Presentation</vt:lpstr>
      <vt:lpstr>PowerPoint Presentation</vt:lpstr>
      <vt:lpstr>VIEWS</vt:lpstr>
      <vt:lpstr>PowerPoint Presentation</vt:lpstr>
      <vt:lpstr>PowerPoint Presentation</vt:lpstr>
      <vt:lpstr>PowerPoint Presentation</vt:lpstr>
      <vt:lpstr>PowerPoint Presentation</vt:lpstr>
      <vt:lpstr>Key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Lofentse Moagi</dc:creator>
  <cp:lastModifiedBy>Lofentse Moagi</cp:lastModifiedBy>
  <cp:revision>1</cp:revision>
  <dcterms:created xsi:type="dcterms:W3CDTF">2025-11-21T19:45:54Z</dcterms:created>
  <dcterms:modified xsi:type="dcterms:W3CDTF">2025-11-22T04:02:51Z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